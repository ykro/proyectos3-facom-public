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Introducción, UX/UI móvil y el diseñador-creador con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Bienvenida y de qué trata el curso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diseñador-creador con 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Panorama de herramientas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Principios de UX/UI móvil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Los datos: por qué móvil y por qué ahora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Demo en vivo y Laboratorio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LA IDEA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Desarrollo de software asistido por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Construimos apps móviles reales sin escribir código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Dirigimos a la IA en español con instrucciones claras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Tu fortaleza —diseño, UX, identidad visual, narrativa— guía a la IA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Siempre decimos "desarrollo asistido por IA", nunca "vibe coding"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HACIA DÓNDE 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Dos proyectos a lo largo del trimestre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Proyecto 1 (PWA): "Ruta del Café", semanas 1–3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evalúa en el Examen Parcial (sesión 5)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Proyecto Final (nativa): "Bitácora Visual", semanas 4, 6 y 7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Se evalúa en el Demo Day (sesión 10)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CON 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Panorama de herramientas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Google AI Studio (modo Build): todo desde el navegador (Chrome)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IA de AI Studio genera el código; modelo por defecto Gemini 3.5 Flash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PWA (React) y app nativa Android (Kotlin + Compose), en la misma herramienta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Firebase: Firestore, Authentication, Storage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Cloud Run para publicar · AI Chips (Nano Banana)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Todo gratis; solo necesitas una cuenta de Google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DISEÑAR PARA EL TELÉFONO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Principios de UX/UI móvil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Mobile-first: pantalla pequeña, una columna, jerarquía clara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Áreas táctiles grandes (mínimo ~44px) y buen contraste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Diseñar para el pulgar: lo importante al alcance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Patrones: tarjetas (cards), filtros, vista de detalle, navegación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Cuidar los estados: vacío, cargando y error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FLUJO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Cómo se dirige a la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017520"/>
            <a:ext cx="2274570" cy="128016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Prompt inicial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detallado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239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0045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00450" y="3017520"/>
            <a:ext cx="2274570" cy="128016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761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Vista previa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revisar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988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77940" y="3017520"/>
            <a:ext cx="2274570" cy="128016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10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Refinar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un cambio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07374" y="3776472"/>
            <a:ext cx="393192" cy="402336"/>
          </a:xfrm>
          <a:prstGeom prst="rightArrow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55430" y="3017520"/>
            <a:ext cx="2274570" cy="1920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5430" y="3017520"/>
            <a:ext cx="2274570" cy="128016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2590" y="3474720"/>
            <a:ext cx="200025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D2E46"/>
                </a:solidFill>
                <a:latin typeface="Calibri"/>
              </a:rPr>
              <a:t>Checkpoint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8A7C70"/>
                </a:solidFill>
                <a:latin typeface="Calibri"/>
              </a:rPr>
              <a:t>guardar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B2B2B"/>
                </a:solidFill>
                <a:latin typeface="Calibri"/>
              </a:rPr>
              <a:t>Es un ciclo: revisas la vista previa, pides un cambio a la vez y guardas checkpoints. View diff te muestra qué cambió; regla de los 2 strikes si algo se atora.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Por qué móvil y por qué ahora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18872" cy="2084831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84B31"/>
                </a:solidFill>
                <a:latin typeface="Calibri"/>
              </a:rPr>
              <a:t>51.6%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del tráfico web mundial ya viene de teléfonos móviles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DataReportal, Digital 2025 Global Overview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118872" cy="2084831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6D2E46"/>
                </a:solidFill>
                <a:latin typeface="Calibri"/>
              </a:rPr>
              <a:t>20.4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4828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conexiones móviles en Guatemala (≈110% de la población)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4828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DataReportal, Digital 2025 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9703"/>
            <a:ext cx="118872" cy="2084831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4F772D"/>
                </a:solidFill>
                <a:latin typeface="Calibr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 desarrolladores ya usa o planea usar IA en su trabajo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Stack Overflow Developer Survey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7356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356" y="4489703"/>
            <a:ext cx="118872" cy="2084831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4828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3A6B7E"/>
                </a:solidFill>
                <a:latin typeface="Calibri"/>
              </a:rPr>
              <a:t>59%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4828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 diseñadores y desarrolladores ya usa IA en su flujo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4828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Figma, AI Design Report 2024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Tu primera app: Ruta del Café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uta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Pantalla principal: tarjetas y filtro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Con un solo prompt inicial detallado obtienes una app así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Encabezado, filtro por categoría y tarjetas (cards)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Cada tarjeta: imagen, nombre, zona y categoría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Hoy la construyes y aplicas tu primer refinamiento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1 — Tu primera app en AI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 una app nueva en AI Studio (modo Build)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Pega el prompt inicial de "Ruta del Café"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Verifica el encabezado y las tarjetas de cafeterías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 un checkpoint y aplica el refinamiento de colores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Usa View diff para ver el cambio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Construimos software dirigiendo a la IA en español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buen prompt inicial ahorra muchos refinamientos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Checkpoints, View diff y la regla de los 2 strikes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1: investigación sobre principios de UI/UX móvil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1: tu primera app con un refinamiento aplicado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Guarda tus prompts en un documento desde hoy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