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Introducción, UX/UI móvil y el diseñador-creador con 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Bienvenida y de qué trata el curso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diseñador-creador con 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Panorama de herramientas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Principios de UX/UI móvil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Los datos: por qué móvil y por qué ahora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Demo en vivo y Laboratorio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LA IDEA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Desarrollo de software asistido por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Construimos apps móviles reales sin escribir código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Dirigimos a la IA en español con instrucciones claras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Tu fortaleza —diseño, UX, identidad visual, narrativa— guía a la 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Siempre decimos "desarrollo asistido por IA", nunca "vibe coding"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HACIA DÓNDE 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Dos proyectos a lo largo del trimestre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Proyecto 1 (PWA): "Ruta del Café", semanas 1–3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Se evalúa en el Examen Parcial (sesión 5)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Proyecto Final (nativa): "Bitácora Visual", semanas 4, 6 y 7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Se entrega y se muestra en el Demo Day (sesión 10)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CON 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Panorama de herramientas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Google AI Studio (modo Build): todo desde el navegador (Chrome)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IA de AI Studio genera el código; modelo por defecto Gemini 3.5 Flash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PWA (React) y app nativa Android (Kotlin + Compose), en la misma herramienta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Firebase: Firestore, Authentication, Storage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Cloud Run para publicar · Nano Banana para imágenes (playground)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Todo gratis; solo necesitas una cuenta de Google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DISEÑAR PARA EL TELÉFONO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Principios de UX/UI móvil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Mobile-first: pantalla pequeña, una columna, jerarquía clara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Áreas táctiles grandes (mínimo ~44px) y buen contraste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Diseñar para el pulgar: lo importante al alcance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Patrones: tarjetas (cards), filtros, vista de detalle, navegación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Cuidar los estados: vacío, cargando y error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OPCIONAL Y MUY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GitHub: guardar y compartir tu trabajo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Un repositorio (repo) es como una carpeta en la nube con el historial de tu proyecto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Sirve para guardar versiones, no perder trabajo y compartir con otras personas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AI Studio puede exportar tu app a GitHub con un clic (opcional en el curso)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Piénsalo como tu portafolio de código: tu app vive ahí y la puedes mostrar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DEMO DEL DOCENTE ·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Antojitos Chapines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148840"/>
            <a:ext cx="6583680" cy="566928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240280"/>
            <a:ext cx="6035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6D2E46"/>
                </a:solidFill>
                <a:latin typeface="Calibri"/>
              </a:rPr>
              <a:t>El docente la construye en vivo — no es tu entrega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7180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Catálogo de antojitos callejeros de Guatemala (PWA)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Mismo patrón que Ruta del Café: tarjetas, filtro y estética de marca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docente la arma en vivo con un solo prompt inicial detallado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257800"/>
            <a:ext cx="6583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Ilustra el concepto del día con una app distinta. Tu laboratorio sigue en la app insignia y en tu propia idea.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02083"/>
            <a:ext cx="3749040" cy="209975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antoji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247803"/>
            <a:ext cx="3657600" cy="20083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1812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D2E46"/>
                </a:solidFill>
                <a:latin typeface="Calibri"/>
              </a:rPr>
              <a:t>Captura real de la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VOCABULARIO PARA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Glosario mínimo de IA generativa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5349240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91440" cy="78638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66544"/>
            <a:ext cx="48920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6D2E46"/>
                </a:solidFill>
                <a:latin typeface="Calibri"/>
              </a:rPr>
              <a:t>Prompt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La instrucción en español que le das a la IA para crear o cambiar algo.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98648"/>
            <a:ext cx="5349240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898648"/>
            <a:ext cx="91440" cy="78638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53512"/>
            <a:ext cx="48920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6D2E46"/>
                </a:solidFill>
                <a:latin typeface="Calibri"/>
              </a:rPr>
              <a:t>Modelo (Gemini 3.5 Flash)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El "cerebro" de IA que genera; el que usa AI Studio por defecto.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785616"/>
            <a:ext cx="5349240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3785616"/>
            <a:ext cx="91440" cy="78638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840480"/>
            <a:ext cx="48920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6D2E46"/>
                </a:solidFill>
                <a:latin typeface="Calibri"/>
              </a:rPr>
              <a:t>Token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La unidad mínima de texto que la IA procesa (trozos de palabras).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72584"/>
            <a:ext cx="5349240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672584"/>
            <a:ext cx="91440" cy="78638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27448"/>
            <a:ext cx="48920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6D2E46"/>
                </a:solidFill>
                <a:latin typeface="Calibri"/>
              </a:rPr>
              <a:t>Generar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Cuando la IA produce el código y la app a partir de tu prompt.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559552"/>
            <a:ext cx="5349240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559552"/>
            <a:ext cx="91440" cy="78638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614416"/>
            <a:ext cx="48920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6D2E46"/>
                </a:solidFill>
                <a:latin typeface="Calibri"/>
              </a:rPr>
              <a:t>Iterar / refinar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Mejorar la app pidiendo un cambio a la vez.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3368" y="2011680"/>
            <a:ext cx="5349240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73368" y="2011680"/>
            <a:ext cx="91440" cy="78638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066544"/>
            <a:ext cx="48920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6D2E46"/>
                </a:solidFill>
                <a:latin typeface="Calibri"/>
              </a:rPr>
              <a:t>Checkpoint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Un punto guardado al que puedes volver (como guardar la partida).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73368" y="2898648"/>
            <a:ext cx="5349240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3368" y="2898648"/>
            <a:ext cx="91440" cy="78638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2953512"/>
            <a:ext cx="48920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6D2E46"/>
                </a:solidFill>
                <a:latin typeface="Calibri"/>
              </a:rPr>
              <a:t>Alucinación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Cuando la IA inventa algo incorrecto; siempre hay que verificar.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73368" y="3785616"/>
            <a:ext cx="5349240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3368" y="3785616"/>
            <a:ext cx="91440" cy="78638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840480"/>
            <a:ext cx="48920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6D2E46"/>
                </a:solidFill>
                <a:latin typeface="Calibri"/>
              </a:rPr>
              <a:t>Nano Banana (playground)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Modelo de imágenes de Google; se usa en el playground de AI Studio, aparte de Build.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73368" y="4672584"/>
            <a:ext cx="5349240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73368" y="4672584"/>
            <a:ext cx="91440" cy="78638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727448"/>
            <a:ext cx="48920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6D2E46"/>
                </a:solidFill>
                <a:latin typeface="Calibri"/>
              </a:rPr>
              <a:t>Firebase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B2B2B"/>
                </a:solidFill>
                <a:latin typeface="Calibri"/>
              </a:rPr>
              <a:t>La nube de Google: datos (Firestore), login (Auth) y archivos (Storage).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PARA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¿Cómo hace la IA todo esto?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320040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Prompt en español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tu instrucción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7822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2628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3017520"/>
            <a:ext cx="320040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La IA escribe el código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interfaz + lógica + datos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8154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0" y="3017520"/>
            <a:ext cx="320040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3017520"/>
            <a:ext cx="320040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474720"/>
            <a:ext cx="29260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Vista previa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la app corriendo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Tú diriges con criterio de diseño; la IA es como un desarrollador junior muy rápido: ella escribe el código, tú decides qué se construye y cómo se 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FLUJO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Cómo se dirige a la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Prompt inicial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detallado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Vista previa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revisar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Refinar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un cambio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Checkpoint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F645B"/>
                </a:solidFill>
                <a:latin typeface="Calibri"/>
              </a:rPr>
              <a:t>guardar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Es un ciclo: revisas la vista previa, pides un cambio a la vez y guardas checkpoints. View diff te muestra qué cambió; regla de los 2 strikes si algo se atora.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Por qué móvil y por qué ahora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18872" cy="2084831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84B31"/>
                </a:solidFill>
                <a:latin typeface="Calibri"/>
              </a:rPr>
              <a:t>51.6%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del tráfico web mundial ya viene de teléfonos móviles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DataReportal, Digital 2025 Global Overview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118872" cy="2084831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6D2E46"/>
                </a:solidFill>
                <a:latin typeface="Calibri"/>
              </a:rPr>
              <a:t>20.4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4828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conexiones móviles en Guatemala (≈110% de la población)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4828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DataReportal, Digital 2025 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89703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489703"/>
            <a:ext cx="118872" cy="2084831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636007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4F772D"/>
                </a:solidFill>
                <a:latin typeface="Calibr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5422391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 desarrolladores ya usa o planea usar IA en su trabajo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6190486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Stack Overflow Developer Survey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356" y="4489703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7356" y="4489703"/>
            <a:ext cx="118872" cy="2084831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4828" y="4636007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3A6B7E"/>
                </a:solidFill>
                <a:latin typeface="Calibri"/>
              </a:rPr>
              <a:t>59%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4828" y="5422391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 diseñadores y desarrolladores ya usa IA en su flujo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4828" y="6190486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Figma, AI Design Report 2024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A DÓNDE LLEGAMOS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Tu primera app: Ruta del Café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Pantalla principal: tarjetas y filtro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Con un solo prompt inicial detallado obtienes una app así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Encabezado, filtro por categoría y tarjetas (cards)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Cada tarjeta: imagen, nombre, zona y categoría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Hoy la construyes y aplicas tu primer refinamiento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META Y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Ruta del Café: la meta y el resultado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5349240" cy="658368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 · Esto vamos a construir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Mock-up de referencia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586" y="2788920"/>
            <a:ext cx="1654803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306" y="2834640"/>
            <a:ext cx="1563363" cy="3383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El mock-up de referencia (la guía)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2011680"/>
            <a:ext cx="5349240" cy="658368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846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· Así quedó, generado por la IA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FDF6EC"/>
                </a:solidFill>
                <a:latin typeface="Calibri"/>
              </a:rPr>
              <a:t>Captura real de la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3011980"/>
            <a:ext cx="5440680" cy="302859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uta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3057700"/>
            <a:ext cx="5349240" cy="29371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3368" y="6263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La app generada por la IA en AI Studio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1 — Tu primera app en AI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 una app nueva en AI Studio (modo Build)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Pega el prompt inicial de "Ruta del Café"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el encabezado y las tarjetas de cafeterías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 un checkpoint y aplica el refinamiento de colores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Usa View diff para ver el cambio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Construimos software dirigiendo a la IA en español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Un buen prompt inicial ahorra muchos refinamientos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Checkpoints, View diff y la regla de los 2 strikes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1: investigación sobre principios de UI/UX móvil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1: tu primera app con un refinamiento aplicado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Guarda tus prompts en un documento desde hoy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