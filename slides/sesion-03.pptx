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Datos y app instalable (PWA)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 la sesión 2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Firestore: datos en la nube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Tiempo real y CRUD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Auto-provisioning de Firebase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Qué hace instalable a una PWA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3 y tarea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EL SALTO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 datos en el código a datos en la nube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Hasta ahora los datos vivían dentro del código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Firebase Firestore los guarda en la nube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Se organiza en colecciones y documentos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colección cafeterias: nombre, zona, categoria, especialidad, descripcion, imagenUrl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SE COMPORTA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Tiempo real y CRUD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onSnapshot: la pantalla se actualiza sola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hace falta recargar la app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CRUD: crear, leer, actualizar, borrar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Hoy nos enfocamos en leer (lista) y crear (formulario)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SIN TOCAR LA CONSOLA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Auto-provisioning de Firebase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AI Studio ofrece "Enable Firebase" cuando lo necesitas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Lo apruebas con un clic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Configura Firebase automáticamente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entras a la consola de Firebase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BUENAS PRÁCTICAS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Seguridad antes de publicar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dejes claves en el código del cliente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Usa Secrets en Settings para valores confidenciales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Revisa las reglas de seguridad que generó la IA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Profundizamos en esto en la sesión 6 (Investigación 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DEMO DEL DOCENTE ·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Recetario Rápido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148840"/>
            <a:ext cx="6583680" cy="566928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24028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D2E46"/>
                </a:solidFill>
                <a:latin typeface="Calibri"/>
              </a:rPr>
              <a:t>El docente la construye en vivo — no es tu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7180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Recetas guardadas en la nube con Firestore (PWA)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Muestra datos en tiempo real y un formulario para crear registros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docente conecta Firebase en vivo con "Enable Firebase"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257800"/>
            <a:ext cx="6583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Ilustra el concepto del día con una app distinta. Tu laboratorio sigue en la app insignia y en tu propia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202083"/>
            <a:ext cx="3749040" cy="209975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mo-recet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247803"/>
            <a:ext cx="3657600" cy="20083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D2E46"/>
                </a:solidFill>
                <a:latin typeface="Calibri"/>
              </a:rPr>
              <a:t>Captura real de la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Datos en tiempo real con Firestore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320040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Firestore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datos en la nube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7822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3017520"/>
            <a:ext cx="320040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onSnapshot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escucha cambios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8154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3017520"/>
            <a:ext cx="320040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La app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se actualiza sola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Cuando alguien crea o edita un dato, la pantalla se refresca sin recargar. El contenido va en español; los campos en inglés (nombre, zona, categoria...).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TRES PIEZAS + PUBLICACIÓN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Qué hace instalable a una PWA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Manifest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nombre, colores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Íconos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varios tamaños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Service Worker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sin conexión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Cloud Run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URL para instalar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Con esas tres piezas el teléfono ofrece "Instalar". Cloud Run publica tu app con una dirección https propia.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A DÓNDE LLEGAMOS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Ruta del Café: con datos y lista para instalar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ut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Con datos y lista para instalar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La lista sale de Firestore, no del código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formulario (＋) crea registros nuevos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Aparecen sin recargar, gracias a onSnapshot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Manifest + íconos + service worker → instalable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Publicada en Cloud Run con su propia URL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META Y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Ruta del Café terminada: mock-up y app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5349240" cy="658368"/>
          </a:xfrm>
          <a:prstGeom prst="round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 · Esto vamos a construir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FDF6EC"/>
                </a:solidFill>
                <a:latin typeface="Calibri"/>
              </a:rPr>
              <a:t>Mock-up de referencia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5586" y="2788920"/>
            <a:ext cx="1654803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ut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306" y="2834640"/>
            <a:ext cx="1563363" cy="3383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6263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Lo que diseñamos como referencia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3368" y="2011680"/>
            <a:ext cx="5349240" cy="658368"/>
          </a:xfrm>
          <a:prstGeom prst="round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846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· Así quedó, generado por la IA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FDF6EC"/>
                </a:solidFill>
                <a:latin typeface="Calibri"/>
              </a:rPr>
              <a:t>Captura real de la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3011980"/>
            <a:ext cx="5440680" cy="302859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uta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057700"/>
            <a:ext cx="5349240" cy="29371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3368" y="6263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Con datos de Firestore y lista para instalar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3 — PWA con datos, instalable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Guarda un checkpoint (cambio grande)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Conecta tu app a Firestore y aprueba "Enable Firebase"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Agrega el formulario para crear registros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Verifica que aparece sin recargar (tiempo real)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Hazla instalable como PWA y publícala en Cloud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Firestore guarda datos en la nube en tiempo real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Manifest + íconos + service worker = PWA instalable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El Proyecto 1 queda completo con esta sesión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3: define el modelo de datos de tu app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3: PWA con datos persistentes, instalable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Examen Parcial (sesión 5): escrito en línea + entrega del Proyecto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