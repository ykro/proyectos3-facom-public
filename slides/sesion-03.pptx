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Datos y app instalable (PWA)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2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Firestore: datos en la nube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Tiempo real y CRUD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Auto-provisioning de Firebase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Qué hace instalable a una PWA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3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SALTO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datos en el código a datos en la nube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Hasta ahora los datos vivían dentro del código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Firebase Firestore los guarda en la nube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organiza en colecciones y documentos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colección cafeterias: nombre, zona, categoria, especialidad, descripcion, imagenUrl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SE COMPORTA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Tiempo real y CRUD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onSnapshot: la pantalla se actualiza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hace falta recargar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CRUD: crear, leer, actualizar, borrar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leer (lista) y crear (formulario)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SIN TOCAR LA CONSOLA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Auto-provisioning de Firebase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AI Studio ofrece "Enable Firebase" cuando lo necesitas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 apruebas con un clic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Configura Firebase automáticamente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entras a la consola de Firebase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Seguridad antes de publicar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dejes claves en el código del cliente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Usa Secrets en Settings para valores confidenciales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las reglas de seguridad que generó la 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Profundizamos en esto en la sesión 6 (Investigación 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en tiempo real con Firestore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20040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Firestore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datos en la nube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7822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3017520"/>
            <a:ext cx="320040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onSnapshot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escucha cambios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8154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017520"/>
            <a:ext cx="320040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La app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se actualiza sola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Cuando alguien crea o edita un dato, la pantalla se refresca sin recargar. El contenido va en español; los campos en inglés (nombre, zona, categoria...).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TRES PIEZAS + PUBLICACIÓN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Qué hace instalable a una PWA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Manifest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nombre, colores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Íconos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varios tamaños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Service Worker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sin conexión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Cloud Run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URL para instalar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Con esas tres piezas el teléfono ofrece "Instalar". Cloud Run publica tu app con una dirección https propia.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Ruta del Café: con datos y lista para instalar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Con datos y lista para instalar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lista sale de Firestore, no del código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formulario (＋) crea registros nuevos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Aparecen sin recargar, gracias a onSnapshot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Manifest + íconos + service worker → instalable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Publicada en Cloud Run con su propia URL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3 — PWA con datos, instalable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(cambio grande)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Conecta tu app a Firestore y aprueba "Enable Firebase"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formulario para crear registros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aparece sin recargar (tiempo real)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Hazla instalable como PWA y publícala en Cloud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Firestore guarda datos en la nube en tiempo real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Manifest + íconos + service worker = PWA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Proyecto 1 queda completo con esta sesión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3: define el modelo de datos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3: PWA con datos persistentes,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(sesión 5): defensa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