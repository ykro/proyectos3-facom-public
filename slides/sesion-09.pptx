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Portafolio, pitch y empleabilidad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Marco de la sesión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El portafolio del diseñador-creador con IA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Ética y accesibilidad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Anatomía de un pitch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Empleabilidad: los datos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Mini-taller: portafolio +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Convierte tu proyecto en una pieza de portafolio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Tu app es también tu portafolio: doble valor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Cuenta problema → proceso → resultado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solo pantallas bonitas: muestra tu proceso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LO QUE TE HACE DESTACAR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Tu diferenciador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Sabes dirigir a la IA para construir productos reales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Muestra tu bitácora de prompts y decisiones de diseño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 desarrollo de software asistido por IA, no "vibe coding"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PROFESIONALISMO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Ética y accesibilidad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Contraste, tamaños táctiles y lenguaje claro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Uso responsable de la IA y de imágenes generadas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Parte de presentarte como profesional serio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CÓMO PRESENTAR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Anatomía de un pitch (2–3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Gancho: qué es y para quién, en una frase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Demo en vivo: login, bitácora, agregar entrada con cámara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Proceso: cómo lo dirigiste con IA, una decisión clave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Cierre: por qué representa tu trabajo creativo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EMPLEABILIDAD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Por qué esta habilidad te posiciona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118872" cy="2084831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84B31"/>
                </a:solidFill>
                <a:latin typeface="Calibri"/>
              </a:rPr>
              <a:t>+38%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crecieron las ofertas de empleo con IA (2020–2024)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LinkedIn, Future of Work: AI at Work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118872" cy="2084831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4828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6D2E46"/>
                </a:solidFill>
                <a:latin typeface="Calibri"/>
              </a:rPr>
              <a:t>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4828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de diseñadores y desarrolladores ya usa IA en su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4828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Figma, AI Design Report 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89703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489703"/>
            <a:ext cx="118872" cy="2084831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636007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F772D"/>
                </a:solidFill>
                <a:latin typeface="Calibri"/>
              </a:rPr>
              <a:t>50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5422391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tarda un usuario en formar su primera impresión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6190486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Lindgaard et al., 2006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Mini-taller — Caso de portafolio +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Caso: problema, proceso (con prompts y capturas) y resultado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Guion de pitch de 2–3 minutos (gancho, demo, proceso, cierre)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Ensaya el pitch en voz alta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Recibe retroalimentación del grupo (¿se entiende el valor?)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 el ensayo general del Demo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Un buen caso cuenta problema, proceso y resultado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El pitch comunica valor en 2–3 minutos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Tu portafolio es una pieza real para tu carrera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Termina tu caso de portafolio y tu guion de pitch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Ensaya con emulador o teléfono listo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Sesión 10: Examen Final escrito en línea + Demo Day (entrega + pitch)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