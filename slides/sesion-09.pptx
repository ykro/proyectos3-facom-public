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109728" cy="685800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4B31"/>
                </a:solidFill>
                <a:latin typeface="Calibri"/>
              </a:rPr>
              <a:t>SESIÓN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6D2E46"/>
                </a:solidFill>
                <a:latin typeface="Calibri"/>
              </a:rPr>
              <a:t>Portafolio, pitch y empleabilidad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4128" y="4343400"/>
            <a:ext cx="2194560" cy="82296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2B2B2B"/>
                </a:solidFill>
                <a:latin typeface="Calibri"/>
              </a:rPr>
              <a:t>Proyectos III — Diseño de aplicaciones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1208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7C70"/>
                </a:solidFill>
                <a:latin typeface="Calibri"/>
              </a:rPr>
              <a:t>Licenciatura en Comunicación y Diseño · Universidad Galileo · Docente: Adrián Catalán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Marco de la sesión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El portafolio del diseñador-creador con IA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Ética y accesibilidad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Anatomía de un pitch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Empleabilidad: los datos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Mini-taller: portafolio + pitch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MARCO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Convierte tu proyecto en una pieza de portafolio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Tu app es también tu portafolio: doble valor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Cuenta problema → proceso → resultado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No solo pantallas bonitas: muestra tu proceso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LO QUE TE HACE DESTACAR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Tu diferenciador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Sabes dirigir a la IA para construir productos reales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Muestra tu bitácora de prompts y decisiones de diseño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Es desarrollo de software asistido por IA, no "vibe coding"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PROFESIONALISMO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Ética y accesibilidad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Contraste, tamaños táctiles y lenguaje claro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Uso responsable de la IA y de imágenes generadas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Parte de presentarte como profesional serio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CÓMO PRESENTAR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Anatomía de un pitch (2–3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Gancho: qué es y para quién, en una frase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Demo en vivo: login, bitácora, agregar entrada con cámara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Proceso: cómo lo dirigiste con IA, una decisión clave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Cierre: por qué representa tu trabajo creativo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EMPLEABILIDAD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Por qué esta habilidad te posiciona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57400"/>
            <a:ext cx="5061204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057400"/>
            <a:ext cx="118872" cy="2084831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16152" y="2203704"/>
            <a:ext cx="44668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C84B31"/>
                </a:solidFill>
                <a:latin typeface="Calibri"/>
              </a:rPr>
              <a:t>+38%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990088"/>
            <a:ext cx="4466844" cy="713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crecieron las ofertas de empleo con IA (2020–2024)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152" y="3758183"/>
            <a:ext cx="44668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8A7C70"/>
                </a:solidFill>
                <a:latin typeface="Calibri"/>
              </a:rPr>
              <a:t>Fuente: LinkedIn, Future of Work: AI at Work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7356" y="2057400"/>
            <a:ext cx="5061204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7356" y="2057400"/>
            <a:ext cx="118872" cy="2084831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4828" y="2203704"/>
            <a:ext cx="44668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6D2E46"/>
                </a:solidFill>
                <a:latin typeface="Calibri"/>
              </a:rPr>
              <a:t>59%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4828" y="2990088"/>
            <a:ext cx="4466844" cy="713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de diseñadores y desarrolladores ya usa IA en su trabajo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4828" y="3758183"/>
            <a:ext cx="44668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8A7C70"/>
                </a:solidFill>
                <a:latin typeface="Calibri"/>
              </a:rPr>
              <a:t>Fuente: Figma, AI Design Report 2024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489703"/>
            <a:ext cx="5061204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489703"/>
            <a:ext cx="118872" cy="2084831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6152" y="4636007"/>
            <a:ext cx="44668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4F772D"/>
                </a:solidFill>
                <a:latin typeface="Calibri"/>
              </a:rPr>
              <a:t>50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5422391"/>
            <a:ext cx="4466844" cy="713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tarda un usuario en formar su primera impresión visual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6152" y="6190486"/>
            <a:ext cx="44668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8A7C70"/>
                </a:solidFill>
                <a:latin typeface="Calibri"/>
              </a:rPr>
              <a:t>Fuente: Lindgaard et al., 2006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640080"/>
            <a:ext cx="10908792" cy="5577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201168" cy="557784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960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84B31"/>
                </a:solidFill>
                <a:latin typeface="Calibri"/>
              </a:rPr>
              <a:t>LABORATORIO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4630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6D2E46"/>
                </a:solidFill>
                <a:latin typeface="Calibri"/>
              </a:rPr>
              <a:t>Mini-taller — Caso de portafolio + pitch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9875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Caso: problema, proceso (con prompts y capturas) y resultado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Guion de pitch de 2–3 minutos (gancho, demo, proceso, cierre)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Ensaya el pitch en voz alta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Recibe retroalimentación del grupo (¿se entiende el valor?)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Es el ensayo general del Demo Day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6D2E46"/>
                </a:solidFill>
                <a:latin typeface="Calibri"/>
              </a:rPr>
              <a:t>Lo que nos llevamos y la tarea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25780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4F772D"/>
                </a:solidFill>
                <a:latin typeface="Calibri"/>
              </a:rPr>
              <a:t>En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Un buen caso cuenta problema, proceso y resultado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El pitch comunica valor en 2–3 minutos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Tu portafolio es una pieza real para tu carrera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48840"/>
            <a:ext cx="512064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4B31"/>
                </a:solidFill>
                <a:latin typeface="Calibri"/>
              </a:rPr>
              <a:t>Para la próxima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Termina tu caso de portafolio y tu guion de pitch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Ensaya con emulador o teléfono listo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Sesión 10: Examen Final escrito en línea + Demo Day (entrega + pitch)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