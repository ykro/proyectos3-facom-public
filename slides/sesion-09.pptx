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" y="0"/>
            <a:ext cx="109728" cy="685800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23444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C84B31"/>
                </a:solidFill>
                <a:latin typeface="Calibri"/>
              </a:rPr>
              <a:t>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1874519"/>
            <a:ext cx="106070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5200" b="1">
                <a:solidFill>
                  <a:srgbClr val="6D2E46"/>
                </a:solidFill>
                <a:latin typeface="Calibri"/>
              </a:rPr>
              <a:t>Portafolio, pitch y empleabilidad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343400"/>
            <a:ext cx="2194560" cy="82296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6344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1">
                <a:solidFill>
                  <a:srgbClr val="2B2B2B"/>
                </a:solidFill>
                <a:latin typeface="Calibri"/>
              </a:rPr>
              <a:t>Proyectos III — Diseño de aplicaciones móviles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12080"/>
            <a:ext cx="10424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6F645B"/>
                </a:solidFill>
                <a:latin typeface="Calibri"/>
              </a:rPr>
              <a:t>Licenciatura en Comunicación y Diseño · Universidad Galileo · Docente: Adrián Catalán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SESIÓN DE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Marco de la sesión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El portafolio del diseñador-creador con IA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Ética y accesibilidad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Anatomía de un pitch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Empleabilidad: los datos</a:t>
            </a:r>
          </a:p>
          <a:p>
            <a:pPr>
              <a:spcAft>
                <a:spcPts val="1600"/>
              </a:spcAft>
            </a:pPr>
            <a:r>
              <a:rPr sz="2600">
                <a:solidFill>
                  <a:srgbClr val="2B2B2B"/>
                </a:solidFill>
                <a:latin typeface="Calibri"/>
              </a:rPr>
              <a:t>●  Mini-taller: portafolio + pitch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MARCO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Convierte tu proyecto en una pieza de portafolio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Tu app es también tu portafolio: doble valor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Cuenta problema → proceso →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No solo pantallas bonitas: muestra tu proceso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LO QUE TE HACE DESTACAR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Tu diferenciador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Sabes dirigir a la IA para construir productos reales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Muestra tu bitácora de prompts y decisiones de diseño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desarrollo de software asistido por IA, no "vibe coding"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PROFESIONALISMO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Ética y accesibilidad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Contraste, tamaños táctiles y lenguaje claro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Uso responsable de la IA y de imágenes generadas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Parte de presentarte como profesional serio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CÓMO PRESENTAR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Anatomía de un pitch (2–3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03120"/>
            <a:ext cx="105156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Gancho: qué es y para quién, en una frase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Demo en vivo: login, bitácora, agregar entrada con cámara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Proceso: cómo lo dirigiste con IA, una decisión clave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Cierre: por qué representa tu trabajo creativo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3A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EMPLEABILIDAD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6D2E46"/>
                </a:solidFill>
                <a:latin typeface="Calibri"/>
              </a:rPr>
              <a:t>Por qué esta habilidad te posiciona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57400"/>
            <a:ext cx="118872" cy="2084831"/>
          </a:xfrm>
          <a:prstGeom prst="rect">
            <a:avLst/>
          </a:prstGeom>
          <a:solidFill>
            <a:srgbClr val="C84B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16152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C84B31"/>
                </a:solidFill>
                <a:latin typeface="Calibri"/>
              </a:rPr>
              <a:t>+38%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crecieron las ofertas de empleo con IA (2020–2024)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LinkedIn, Future of Work: AI at Work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7356" y="2057400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7356" y="2057400"/>
            <a:ext cx="118872" cy="2084831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4828" y="2203704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6D2E46"/>
                </a:solidFill>
                <a:latin typeface="Calibri"/>
              </a:rPr>
              <a:t>59%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4828" y="2990088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de diseñadores y desarrolladores ya usa IA en su trabajo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4828" y="3758183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Figma, AI Design Report 2024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4489703"/>
            <a:ext cx="5061204" cy="2084831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489703"/>
            <a:ext cx="118872" cy="2084831"/>
          </a:xfrm>
          <a:prstGeom prst="rect">
            <a:avLst/>
          </a:prstGeom>
          <a:solidFill>
            <a:srgbClr val="4F7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6152" y="4636007"/>
            <a:ext cx="4466844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4F772D"/>
                </a:solidFill>
                <a:latin typeface="Calibri"/>
              </a:rPr>
              <a:t>50 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5422391"/>
            <a:ext cx="4466844" cy="713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tarda un usuario en formar su primera impresión visual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16152" y="6190486"/>
            <a:ext cx="4466844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>
                <a:solidFill>
                  <a:srgbClr val="6F645B"/>
                </a:solidFill>
                <a:latin typeface="Calibri"/>
              </a:rPr>
              <a:t>Fuente: Lindgaard et al., 2006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640080"/>
            <a:ext cx="10908792" cy="55778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DD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201168" cy="5577840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C84B31"/>
                </a:solidFill>
                <a:latin typeface="Calibri"/>
              </a:rPr>
              <a:t>LABORATORIO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46304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6D2E46"/>
                </a:solidFill>
                <a:latin typeface="Calibri"/>
              </a:rPr>
              <a:t>Mini-taller — Caso de portafolio + pitch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06040"/>
            <a:ext cx="98755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Caso: problema, proceso (con prompts y capturas) y resultado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Guion de pitch de 2–3 minutos (gancho, demo, proceso, cierre)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Ensaya el pitch en voz alta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Recibe retroalimentación del grupo (¿se entiende el valor?)</a:t>
            </a:r>
          </a:p>
          <a:p>
            <a:pPr>
              <a:spcAft>
                <a:spcPts val="1500"/>
              </a:spcAft>
            </a:pPr>
            <a:r>
              <a:rPr sz="2300">
                <a:solidFill>
                  <a:srgbClr val="2B2B2B"/>
                </a:solidFill>
                <a:latin typeface="Calibri"/>
              </a:rPr>
              <a:t>•  Es el ensayo general del Demo Day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6D2E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C84B31"/>
                </a:solidFill>
                <a:latin typeface="Calibri"/>
              </a:rPr>
              <a:t>CIERRE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14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>
                <a:solidFill>
                  <a:srgbClr val="6D2E46"/>
                </a:solidFill>
                <a:latin typeface="Calibri"/>
              </a:rPr>
              <a:t>Lo que nos llevamos y la tarea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783080"/>
            <a:ext cx="1554480" cy="64008"/>
          </a:xfrm>
          <a:prstGeom prst="rect">
            <a:avLst/>
          </a:prstGeom>
          <a:solidFill>
            <a:srgbClr val="E3B2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25780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4F772D"/>
                </a:solidFill>
                <a:latin typeface="Calibri"/>
              </a:rPr>
              <a:t>En resumen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47548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Un buen caso cuenta problema, proceso y resultado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El pitch comunica valor en 2–3 minutos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Tu portafolio es una pieza real para tu carrera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48840"/>
            <a:ext cx="5120640" cy="4160520"/>
          </a:xfrm>
          <a:prstGeom prst="roundRect">
            <a:avLst/>
          </a:prstGeom>
          <a:solidFill>
            <a:srgbClr val="F6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237744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84B31"/>
                </a:solidFill>
                <a:latin typeface="Calibri"/>
              </a:rPr>
              <a:t>Para la próxima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926080"/>
            <a:ext cx="4572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Termina tu caso de portafolio y tu guion de pitch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Ensaya con emulador o teléfono listo</a:t>
            </a:r>
          </a:p>
          <a:p>
            <a:pPr>
              <a:spcAft>
                <a:spcPts val="1300"/>
              </a:spcAft>
            </a:pPr>
            <a:r>
              <a:rPr sz="2000">
                <a:solidFill>
                  <a:srgbClr val="2B2B2B"/>
                </a:solidFill>
                <a:latin typeface="Calibri"/>
              </a:rPr>
              <a:t>•  Sesión 10: Examen Final escrito en línea + Demo Day (entrega + pitch)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