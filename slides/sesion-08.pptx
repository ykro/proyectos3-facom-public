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Distribución y marketing de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Marco de la sesión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tamaño del mercado de apps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PWA vs Play Store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Store listing y ASO básico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Casos reales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Mini-taller: ficha de tienda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Distribuir y comunicar el producto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Ya construyeron el producto; ahora toca distribuirlo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Tema más ligero pero clave para tu empleabilidad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marketing de apps es comunicación visual: tu terreno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EMPAQUE DE LA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Store listing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Título, descripción corta y descripción larga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y capturas que comunican valor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Categoría adecuada en la tienda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lo primero que ve quien decide instalar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QUE TE ENCUENTREN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ASO básico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Palabras clave en título y descripción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Capturas que comunican valor en 3 segundos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distintivo y reconocible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Habla de beneficios, no solo de funciones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PWA VS PLAY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Dos vías de distribución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5074920" cy="777240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06040"/>
            <a:ext cx="5074920" cy="320040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comparte por URL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el navegador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Publicación inmediata, sin revisión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Tu PWA ya es distribuible hoy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074920" cy="777240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074920" cy="320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Play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Tienda oficial de Android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Requiere cuenta y revisión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Presencia y descubrimiento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La nativa apunta a la tienda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TAMAÑO DEL TERRENO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El mercado de las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2.26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apps disponibles en Google Play, la tienda más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Statista, Google Play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136 mil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descargas de apps en el mundo en un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Sensor Tower, State of Mobile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5 h/día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en promedio pasamos en el teléfono cada día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data.ai / Sensor Tower, State of Mobile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Mini-taller — Ficha de tienda (store listing)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Título con una palabra clave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Descripción corta (1 frase de gancho) y descripción larga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ya pulido en la sesión 7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2–3 capturas que comuniquen el valor (salen de la vista previa 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Categoría sugerida en la tienda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PWA y Play Store: dos vías con usos distintos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Store listing y ASO comunican el valor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marketing de apps es comunicación y diseño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5: estrategia de distribución y marketing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Termina tu store listing (alimenta el portafolio)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Quiz de la unidad de distribución y portafolio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