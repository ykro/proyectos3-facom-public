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Distribución y marketing de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Marco de la sesión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El tamaño del mercado de apps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PWA vs Play Store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Store listing y ASO básico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Casos reales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Mini-taller: ficha de tienda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Distribuir y comunicar el 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Ya construyeron el producto; ahora toca distribuirlo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Tema más ligero pero clave para tu empleabilidad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El marketing de apps es comunicación visual: tu terreno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EL EMPAQUE DE LA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Store listing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Título, descripción corta y descripción larga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Ícono y capturas que comunican valor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Categoría adecuada en la tienda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Es lo primero que ve quien decide instalar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QUE TE ENCUENTREN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ASO básico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Palabras clave en título y descripción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Capturas que comunican valor en 3 segundos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Ícono distintivo y reconocible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Habla de beneficios, no solo de funciones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PWA VS PLAY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Dos vías de distribución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50749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5074920" cy="777240"/>
          </a:xfrm>
          <a:prstGeom prst="round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606040"/>
            <a:ext cx="5074920" cy="320040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258568"/>
            <a:ext cx="4526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Se comparte por URL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Se instala desde el navegador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Publicación inmediata, sin revisión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Tu PWA ya es distribuible hoy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07492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074920" cy="777240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606040"/>
            <a:ext cx="5074920" cy="32004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258568"/>
            <a:ext cx="4526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Play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Tienda oficial de Android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Requiere cuenta y revisión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Presencia y descubrimiento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B2B2B"/>
                </a:solidFill>
                <a:latin typeface="Calibri"/>
              </a:rPr>
              <a:t>•  La nativa apunta a la tienda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EL TAMAÑO DEL TERRENO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El mercado de las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118872" cy="2084831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6152" y="2203704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84B31"/>
                </a:solidFill>
                <a:latin typeface="Calibri"/>
              </a:rPr>
              <a:t>2.26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90088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apps disponibles en Google Play, la tienda más grande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758183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Statista, Google Play (2024)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7356" y="2057400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77356" y="2057400"/>
            <a:ext cx="118872" cy="2084831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4828" y="2203704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6D2E46"/>
                </a:solidFill>
                <a:latin typeface="Calibri"/>
              </a:rPr>
              <a:t>136 mil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4828" y="2990088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descargas de apps en el mundo en un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4828" y="3758183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Sensor Tower, State of Mobile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89703"/>
            <a:ext cx="5061204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4489703"/>
            <a:ext cx="118872" cy="2084831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16152" y="4636007"/>
            <a:ext cx="44668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4F772D"/>
                </a:solidFill>
                <a:latin typeface="Calibri"/>
              </a:rPr>
              <a:t>5 h/día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5422391"/>
            <a:ext cx="4466844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en promedio pasamos en el teléfono cada 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6190486"/>
            <a:ext cx="44668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F645B"/>
                </a:solidFill>
                <a:latin typeface="Calibri"/>
              </a:rPr>
              <a:t>Fuente: data.ai / Sensor Tower, State of Mobile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Mini-taller — Ficha de tienda (store listing)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Título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con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una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palabra clave</a:t>
            </a:r>
          </a:p>
          <a:p>
            <a:pPr>
              <a:spcAft>
                <a:spcPts val="1500"/>
              </a:spcAft>
            </a:pPr>
            <a:r>
              <a:rPr sz="230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Descripción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corta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(1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frase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de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gancho</a:t>
            </a:r>
            <a:r>
              <a:rPr sz="2300" dirty="0">
                <a:solidFill>
                  <a:srgbClr val="2B2B2B"/>
                </a:solidFill>
                <a:latin typeface="Calibri"/>
              </a:rPr>
              <a:t>) y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descripción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larga</a:t>
            </a:r>
            <a:endParaRPr sz="2300" dirty="0">
              <a:solidFill>
                <a:srgbClr val="2B2B2B"/>
              </a:solidFill>
              <a:latin typeface="Calibri"/>
            </a:endParaRPr>
          </a:p>
          <a:p>
            <a:pPr>
              <a:spcAft>
                <a:spcPts val="1500"/>
              </a:spcAft>
            </a:pPr>
            <a:r>
              <a:rPr lang="en-US" sz="2300" dirty="0">
                <a:solidFill>
                  <a:srgbClr val="2B2B2B"/>
                </a:solidFill>
                <a:latin typeface="Calibri"/>
              </a:rPr>
              <a:t>•  </a:t>
            </a:r>
            <a:r>
              <a:rPr lang="en-US" sz="2300" dirty="0" err="1">
                <a:solidFill>
                  <a:srgbClr val="2B2B2B"/>
                </a:solidFill>
                <a:latin typeface="Calibri"/>
              </a:rPr>
              <a:t>Ícono</a:t>
            </a:r>
            <a:r>
              <a:rPr lang="en-US" sz="2300" dirty="0">
                <a:solidFill>
                  <a:srgbClr val="2B2B2B"/>
                </a:solidFill>
                <a:latin typeface="Calibri"/>
              </a:rPr>
              <a:t> (1024x1024)</a:t>
            </a:r>
          </a:p>
          <a:p>
            <a:pPr>
              <a:spcAft>
                <a:spcPts val="1500"/>
              </a:spcAft>
            </a:pPr>
            <a:r>
              <a:rPr sz="2300" dirty="0">
                <a:solidFill>
                  <a:srgbClr val="2B2B2B"/>
                </a:solidFill>
                <a:latin typeface="Calibri"/>
              </a:rPr>
              <a:t>•  2–3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capturas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que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comuniquen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el valor (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salen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de la vista previa o del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teléfono</a:t>
            </a:r>
            <a:r>
              <a:rPr sz="2300" dirty="0">
                <a:solidFill>
                  <a:srgbClr val="2B2B2B"/>
                </a:solidFill>
                <a:latin typeface="Calibri"/>
              </a:rPr>
              <a:t>)</a:t>
            </a:r>
          </a:p>
          <a:p>
            <a:pPr>
              <a:spcAft>
                <a:spcPts val="1500"/>
              </a:spcAft>
            </a:pPr>
            <a:r>
              <a:rPr sz="2300" dirty="0">
                <a:solidFill>
                  <a:srgbClr val="2B2B2B"/>
                </a:solidFill>
                <a:latin typeface="Calibri"/>
              </a:rPr>
              <a:t>• 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Categoría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sugerida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</a:t>
            </a:r>
            <a:r>
              <a:rPr sz="2300" dirty="0" err="1">
                <a:solidFill>
                  <a:srgbClr val="2B2B2B"/>
                </a:solidFill>
                <a:latin typeface="Calibri"/>
              </a:rPr>
              <a:t>en</a:t>
            </a:r>
            <a:r>
              <a:rPr sz="2300" dirty="0">
                <a:solidFill>
                  <a:srgbClr val="2B2B2B"/>
                </a:solidFill>
                <a:latin typeface="Calibri"/>
              </a:rPr>
              <a:t> la tienda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PWA y Play Store: dos vías con usos distintos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Store listing y ASO comunican el valor de tu app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El marketing de apps es comunicación y diseño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Tarea 5: estrategia de distribución y marketing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Termina tu store listing (alimenta el portafolio)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Quiz de la unidad de distribución y portafolio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431</Words>
  <Application>Microsoft Macintosh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Adrián Catalán</cp:lastModifiedBy>
  <cp:revision>2</cp:revision>
  <dcterms:created xsi:type="dcterms:W3CDTF">2013-01-27T09:14:16Z</dcterms:created>
  <dcterms:modified xsi:type="dcterms:W3CDTF">2026-08-17T16:48:35Z</dcterms:modified>
  <cp:category/>
</cp:coreProperties>
</file>