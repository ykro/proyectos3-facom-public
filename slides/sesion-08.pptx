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0"/>
            <a:ext cx="109728" cy="6858000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23444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84B31"/>
                </a:solidFill>
                <a:latin typeface="Calibri"/>
              </a:rPr>
              <a:t>SESIÓN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106070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200" b="1">
                <a:solidFill>
                  <a:srgbClr val="6D2E46"/>
                </a:solidFill>
                <a:latin typeface="Calibri"/>
              </a:rPr>
              <a:t>Distribución y marketing de apps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24128" y="4343400"/>
            <a:ext cx="2194560" cy="82296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66344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2B2B2B"/>
                </a:solidFill>
                <a:latin typeface="Calibri"/>
              </a:rPr>
              <a:t>Proyectos III — Diseño de aplicaciones móviles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21208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F645B"/>
                </a:solidFill>
                <a:latin typeface="Calibri"/>
              </a:rPr>
              <a:t>Licenciatura en Comunicación y Diseño · Universidad Galileo · Docente: Adrián Catalán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SESIÓN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Marco de la sesión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El tamaño del mercado de apps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PWA vs Play Store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Store listing y ASO básico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Casos reales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Mini-taller: ficha de tienda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MARCO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Distribuir y comunicar el producto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Ya construyeron el producto; ahora toca distribuirlo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Tema más ligero pero clave para tu empleabilidad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El marketing de apps es comunicación visual: tu terreno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EL EMPAQUE DE LA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Store listing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Título, descripción corta y descripción larga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Ícono y capturas que comunican valor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Categoría adecuada en la tienda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Es lo primero que ve quien decide instalar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QUE TE ENCUENTREN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ASO básico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Palabras clave en título y descripción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Capturas que comunican valor en 3 segundos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Ícono distintivo y reconocible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Habla de beneficios, no solo de funciones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PWA VS PLAY STORE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Dos vías de distribución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148840"/>
            <a:ext cx="5074920" cy="4206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148840"/>
            <a:ext cx="5074920" cy="777240"/>
          </a:xfrm>
          <a:prstGeom prst="roundRect">
            <a:avLst/>
          </a:prstGeom>
          <a:solidFill>
            <a:srgbClr val="3A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2606040"/>
            <a:ext cx="5074920" cy="320040"/>
          </a:xfrm>
          <a:prstGeom prst="rect">
            <a:avLst/>
          </a:prstGeom>
          <a:solidFill>
            <a:srgbClr val="3A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258568"/>
            <a:ext cx="4526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PWA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154680"/>
            <a:ext cx="44348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>
                <a:solidFill>
                  <a:srgbClr val="2B2B2B"/>
                </a:solidFill>
                <a:latin typeface="Calibri"/>
              </a:rPr>
              <a:t>•  Se comparte por URL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2B2B2B"/>
                </a:solidFill>
                <a:latin typeface="Calibri"/>
              </a:rPr>
              <a:t>•  Se instala desde el navegador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2B2B2B"/>
                </a:solidFill>
                <a:latin typeface="Calibri"/>
              </a:rPr>
              <a:t>•  Publicación inmediata, sin revisión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2B2B2B"/>
                </a:solidFill>
                <a:latin typeface="Calibri"/>
              </a:rPr>
              <a:t>•  Tu PWA ya es distribuible hoy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148840"/>
            <a:ext cx="5074920" cy="4206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63640" y="2148840"/>
            <a:ext cx="5074920" cy="777240"/>
          </a:xfrm>
          <a:prstGeom prst="round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2606040"/>
            <a:ext cx="5074920" cy="320040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2258568"/>
            <a:ext cx="4526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Play Store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154680"/>
            <a:ext cx="44348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>
                <a:solidFill>
                  <a:srgbClr val="2B2B2B"/>
                </a:solidFill>
                <a:latin typeface="Calibri"/>
              </a:rPr>
              <a:t>•  Tienda oficial de Android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2B2B2B"/>
                </a:solidFill>
                <a:latin typeface="Calibri"/>
              </a:rPr>
              <a:t>•  Requiere cuenta y revisión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2B2B2B"/>
                </a:solidFill>
                <a:latin typeface="Calibri"/>
              </a:rPr>
              <a:t>•  Presencia y descubrimiento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2B2B2B"/>
                </a:solidFill>
                <a:latin typeface="Calibri"/>
              </a:rPr>
              <a:t>•  La nativa apunta a la tienda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3A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EL TAMAÑO DEL TERRENO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El mercado de las apps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057400"/>
            <a:ext cx="5061204" cy="2084831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2057400"/>
            <a:ext cx="118872" cy="2084831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16152" y="2203704"/>
            <a:ext cx="446684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C84B31"/>
                </a:solidFill>
                <a:latin typeface="Calibri"/>
              </a:rPr>
              <a:t>2.26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6152" y="2990088"/>
            <a:ext cx="4466844" cy="7132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apps disponibles en Google Play, la tienda más grande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6152" y="3758183"/>
            <a:ext cx="44668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6F645B"/>
                </a:solidFill>
                <a:latin typeface="Calibri"/>
              </a:rPr>
              <a:t>Fuente: Statista, Google Play (2024)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7356" y="2057400"/>
            <a:ext cx="5061204" cy="2084831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77356" y="2057400"/>
            <a:ext cx="118872" cy="2084831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4828" y="2203704"/>
            <a:ext cx="446684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6D2E46"/>
                </a:solidFill>
                <a:latin typeface="Calibri"/>
              </a:rPr>
              <a:t>136 mil 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4828" y="2990088"/>
            <a:ext cx="4466844" cy="7132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descargas de apps en el mundo en un año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4828" y="3758183"/>
            <a:ext cx="44668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6F645B"/>
                </a:solidFill>
                <a:latin typeface="Calibri"/>
              </a:rPr>
              <a:t>Fuente: Sensor Tower, State of Mobile 2025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489703"/>
            <a:ext cx="5061204" cy="2084831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489703"/>
            <a:ext cx="118872" cy="2084831"/>
          </a:xfrm>
          <a:prstGeom prst="rect">
            <a:avLst/>
          </a:prstGeom>
          <a:solidFill>
            <a:srgbClr val="4F7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6152" y="4636007"/>
            <a:ext cx="446684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4F772D"/>
                </a:solidFill>
                <a:latin typeface="Calibri"/>
              </a:rPr>
              <a:t>5 h/día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5422391"/>
            <a:ext cx="4466844" cy="7132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en promedio pasamos en el teléfono cada día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16152" y="6190486"/>
            <a:ext cx="44668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6F645B"/>
                </a:solidFill>
                <a:latin typeface="Calibri"/>
              </a:rPr>
              <a:t>Fuente: data.ai / Sensor Tower, State of Mobile 2024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640080"/>
            <a:ext cx="10908792" cy="5577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201168" cy="5577840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9601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C84B31"/>
                </a:solidFill>
                <a:latin typeface="Calibri"/>
              </a:rPr>
              <a:t>LABORATORIO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46304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6D2E46"/>
                </a:solidFill>
                <a:latin typeface="Calibri"/>
              </a:rPr>
              <a:t>Mini-taller — Ficha de tienda (store listing)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06040"/>
            <a:ext cx="9875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Título con una palabra clave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Descripción corta (1 frase de gancho) y descripción larga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Ícono ya pulido en la sesión 7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2–3 capturas que comuniquen el valor (salen de la vista previa o del teléfono)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Categoría sugerida en la tienda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CIERRE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6D2E46"/>
                </a:solidFill>
                <a:latin typeface="Calibri"/>
              </a:rPr>
              <a:t>Lo que nos llevamos y la tarea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5257800" cy="4160520"/>
          </a:xfrm>
          <a:prstGeom prst="roundRect">
            <a:avLst/>
          </a:prstGeom>
          <a:solidFill>
            <a:srgbClr val="F6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4F772D"/>
                </a:solidFill>
                <a:latin typeface="Calibri"/>
              </a:rPr>
              <a:t>En resumen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926080"/>
            <a:ext cx="4754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PWA y Play Store: dos vías con usos distintos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Store listing y ASO comunican el valor de tu app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El marketing de apps es comunicación y diseño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48840"/>
            <a:ext cx="5120640" cy="4160520"/>
          </a:xfrm>
          <a:prstGeom prst="roundRect">
            <a:avLst/>
          </a:prstGeom>
          <a:solidFill>
            <a:srgbClr val="F6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37744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C84B31"/>
                </a:solidFill>
                <a:latin typeface="Calibri"/>
              </a:rPr>
              <a:t>Para la próxima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926080"/>
            <a:ext cx="45720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Tarea 5: estrategia de distribución y marketing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Termina tu store listing (alimenta el portafolio)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Quiz de la unidad de distribución y portafolio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