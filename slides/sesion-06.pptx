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Desarrollo nativo II: producto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Retroalimentación del parcial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Login con Google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Datos por usuario en Firestore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Fotos en Storage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Reglas de seguridad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5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SALTO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 bitácora de ejemplo a producto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Pasamos a un producto multiusuario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Cada persona entra con su cuenta y ve solo su bitácora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Datos en la nube y fotos reales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El corazón del Proyecto Final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IDENTIDAD DEL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Login con Google (Authentication)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Pantalla de login con "Iniciar sesión con Google"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Google Sign-In de Firebase Authentication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Cada usuario obtiene un identificador único (uid)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Detectar la sesión y permitir cerrar sesión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FIRESTORE CON UID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Datos separados por usuario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Colección entradas: titulo, nota, imagenUrl, uid, fecha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bitácora filtra por uid: cada quien ve solo lo suyo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Lectura en tiempo real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Estado vacío amable para el usuario sin entradas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PROTEGER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Reglas de seguridad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Deciden quién puede leer y escribir qué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Cada usuario solo accede a sus propias entradas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Condición: uid == request.auth.uid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Tema de tu Investigación 1: revísalas antes del Demo Day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DEMO DEL DOCENTE ·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Diario de Viajes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148840"/>
            <a:ext cx="6583680" cy="566928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2402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D2E46"/>
                </a:solidFill>
                <a:latin typeface="Calibri"/>
              </a:rPr>
              <a:t>El docente la construye en vivo — no es tu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7180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Diario privado por usuario, app nativa de Android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Ilustra login con Google y datos separados por uid en Firestore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docente entra con dos cuentas para mostrar que cada quien ve solo lo suyo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257800"/>
            <a:ext cx="6583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Ilustra el concepto del día con una app distinta. Tu laboratorio sigue en la app insignia y en tu propia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0307" y="2057400"/>
            <a:ext cx="2193225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di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6027" y="2103120"/>
            <a:ext cx="2101785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D2E46"/>
                </a:solidFill>
                <a:latin typeface="Calibri"/>
              </a:rPr>
              <a:t>Captura real de la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Datos y fotos privados por usuario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Login Google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identidad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uid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quién eres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Firestore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entradas del uid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Storage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las fotos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La foto sube a Storage; en Firestore se guarda solo su dirección (imagenUrl) junto al uid. Así cada quien ve únicamente sus propias entradas.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EN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Login y bitácora privada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801" y="1956816"/>
            <a:ext cx="1989990" cy="4178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itacora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665" y="2011680"/>
            <a:ext cx="1880262" cy="4069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9705" y="6208776"/>
            <a:ext cx="352618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Iniciar sesión con Google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3903" y="1956816"/>
            <a:ext cx="1989990" cy="4178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itacora-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7" y="2011680"/>
            <a:ext cx="1880262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75807" y="6208776"/>
            <a:ext cx="352618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Solo mis entradas (filtradas por uid)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META Y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Bitácora Visual: la meta y el resultado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5349240" cy="658368"/>
          </a:xfrm>
          <a:prstGeom prst="round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 · Esto vamos a construir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DF6EC"/>
                </a:solidFill>
                <a:latin typeface="Calibri"/>
              </a:rPr>
              <a:t>Mock-up de referencia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586" y="2788920"/>
            <a:ext cx="1654803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itacora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306" y="2834640"/>
            <a:ext cx="1563363" cy="3383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6263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El mock-up de referencia (la guía)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3368" y="2011680"/>
            <a:ext cx="5349240" cy="658368"/>
          </a:xfrm>
          <a:prstGeom prst="round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846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· Así quedó, generado por la IA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DF6EC"/>
                </a:solidFill>
                <a:latin typeface="Calibri"/>
              </a:rPr>
              <a:t>Captura real de la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970" y="2788920"/>
            <a:ext cx="1746036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itacora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690" y="2834640"/>
            <a:ext cx="1654596" cy="3383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3368" y="6263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La app nativa generada por la 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5 — App nativa con datos y 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login con Google y aprueba la activación de Firebase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Conecta las entradas a Firestore filtrando por uid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el formulario con subida de foto a Storage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que la entrada nueva aparece automáticamente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Prueba con dos cuentas que cada quien ve solo lo suyo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Login con Google y uid separan los datos por usuario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Storage guarda fotos; Firestore guarda su dirección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Las reglas de seguridad protegen a cada usuario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Investigación 1: reglas de seguridad de Firebase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5: app nativa con datos y login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Quiz de la unidad nativa con datos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