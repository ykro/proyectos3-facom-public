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 snapToObjects="1">
      <p:cViewPr varScale="1">
        <p:scale>
          <a:sx n="115" d="100"/>
          <a:sy n="115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84B31"/>
                </a:solidFill>
                <a:latin typeface="Calibri"/>
              </a:rPr>
              <a:t>SESIÓN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6D2E46"/>
                </a:solidFill>
                <a:latin typeface="Calibri"/>
              </a:rPr>
              <a:t>De idea a interfaz y prototipo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4343400"/>
            <a:ext cx="2194560" cy="82296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6634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B2B2B"/>
                </a:solidFill>
                <a:latin typeface="Calibri"/>
              </a:rPr>
              <a:t>Proyectos III — Diseño de aplicaciones móviles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45B"/>
                </a:solidFill>
                <a:latin typeface="Calibri"/>
              </a:rPr>
              <a:t>Licenciatura en Comunicación y Diseño · Universidad Galileo · Docente: Adrián Catalán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SESIÓN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10424160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600" dirty="0">
                <a:solidFill>
                  <a:srgbClr val="2B2B2B"/>
                </a:solidFill>
                <a:latin typeface="Calibri"/>
              </a:rPr>
              <a:t>●  </a:t>
            </a:r>
            <a:r>
              <a:rPr sz="2600" dirty="0" err="1">
                <a:solidFill>
                  <a:srgbClr val="2B2B2B"/>
                </a:solidFill>
                <a:latin typeface="Calibri"/>
              </a:rPr>
              <a:t>Repaso</a:t>
            </a:r>
            <a:r>
              <a:rPr sz="2600" dirty="0">
                <a:solidFill>
                  <a:srgbClr val="2B2B2B"/>
                </a:solidFill>
                <a:latin typeface="Calibri"/>
              </a:rPr>
              <a:t> de la </a:t>
            </a:r>
            <a:r>
              <a:rPr sz="2600" dirty="0" err="1">
                <a:solidFill>
                  <a:srgbClr val="2B2B2B"/>
                </a:solidFill>
                <a:latin typeface="Calibri"/>
              </a:rPr>
              <a:t>sesión</a:t>
            </a:r>
            <a:r>
              <a:rPr sz="2600" dirty="0">
                <a:solidFill>
                  <a:srgbClr val="2B2B2B"/>
                </a:solidFill>
                <a:latin typeface="Calibri"/>
              </a:rPr>
              <a:t> 1</a:t>
            </a:r>
          </a:p>
          <a:p>
            <a:pPr>
              <a:spcAft>
                <a:spcPts val="1600"/>
              </a:spcAft>
            </a:pPr>
            <a:r>
              <a:rPr sz="2600" dirty="0">
                <a:solidFill>
                  <a:srgbClr val="2B2B2B"/>
                </a:solidFill>
                <a:latin typeface="Calibri"/>
              </a:rPr>
              <a:t>●  </a:t>
            </a:r>
            <a:r>
              <a:rPr sz="2600" dirty="0" err="1">
                <a:solidFill>
                  <a:srgbClr val="2B2B2B"/>
                </a:solidFill>
                <a:latin typeface="Calibri"/>
              </a:rPr>
              <a:t>Prototipos</a:t>
            </a:r>
            <a:r>
              <a:rPr sz="2600" dirty="0">
                <a:solidFill>
                  <a:srgbClr val="2B2B2B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B2B2B"/>
                </a:solidFill>
                <a:latin typeface="Calibri"/>
              </a:rPr>
              <a:t>navegables</a:t>
            </a:r>
            <a:endParaRPr sz="2600" dirty="0">
              <a:solidFill>
                <a:srgbClr val="2B2B2B"/>
              </a:solidFill>
              <a:latin typeface="Calibri"/>
            </a:endParaRPr>
          </a:p>
          <a:p>
            <a:pPr>
              <a:spcAft>
                <a:spcPts val="1600"/>
              </a:spcAft>
            </a:pPr>
            <a:r>
              <a:rPr sz="2600" dirty="0">
                <a:solidFill>
                  <a:srgbClr val="2B2B2B"/>
                </a:solidFill>
                <a:latin typeface="Calibri"/>
              </a:rPr>
              <a:t>●  Identidad visual </a:t>
            </a:r>
            <a:r>
              <a:rPr sz="2600" dirty="0" err="1">
                <a:solidFill>
                  <a:srgbClr val="2B2B2B"/>
                </a:solidFill>
                <a:latin typeface="Calibri"/>
              </a:rPr>
              <a:t>como</a:t>
            </a:r>
            <a:r>
              <a:rPr sz="2600" dirty="0">
                <a:solidFill>
                  <a:srgbClr val="2B2B2B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B2B2B"/>
                </a:solidFill>
                <a:latin typeface="Calibri"/>
              </a:rPr>
              <a:t>sistema</a:t>
            </a:r>
            <a:endParaRPr sz="2600" dirty="0">
              <a:solidFill>
                <a:srgbClr val="2B2B2B"/>
              </a:solidFill>
              <a:latin typeface="Calibri"/>
            </a:endParaRPr>
          </a:p>
          <a:p>
            <a:pPr>
              <a:spcAft>
                <a:spcPts val="1600"/>
              </a:spcAft>
            </a:pPr>
            <a:r>
              <a:rPr sz="2600" dirty="0">
                <a:solidFill>
                  <a:srgbClr val="2B2B2B"/>
                </a:solidFill>
                <a:latin typeface="Calibri"/>
              </a:rPr>
              <a:t>●  Modo de </a:t>
            </a:r>
            <a:r>
              <a:rPr sz="2600" dirty="0" err="1">
                <a:solidFill>
                  <a:srgbClr val="2B2B2B"/>
                </a:solidFill>
                <a:latin typeface="Calibri"/>
              </a:rPr>
              <a:t>anotación</a:t>
            </a:r>
            <a:endParaRPr sz="2600" dirty="0">
              <a:solidFill>
                <a:srgbClr val="2B2B2B"/>
              </a:solidFill>
              <a:latin typeface="Calibri"/>
            </a:endParaRPr>
          </a:p>
          <a:p>
            <a:pPr>
              <a:spcAft>
                <a:spcPts val="1600"/>
              </a:spcAft>
            </a:pPr>
            <a:r>
              <a:rPr sz="2600" dirty="0">
                <a:solidFill>
                  <a:srgbClr val="2B2B2B"/>
                </a:solidFill>
                <a:latin typeface="Calibri"/>
              </a:rPr>
              <a:t>●  Laboratorio 2 y </a:t>
            </a:r>
            <a:r>
              <a:rPr sz="2600" dirty="0" err="1">
                <a:solidFill>
                  <a:srgbClr val="2B2B2B"/>
                </a:solidFill>
                <a:latin typeface="Calibri"/>
              </a:rPr>
              <a:t>tarea</a:t>
            </a:r>
            <a:endParaRPr sz="2600" dirty="0">
              <a:solidFill>
                <a:srgbClr val="2B2B2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CONCEPTO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Del mockup al prototipo navegable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Un prototipo se puede tocar: pantallas conectadas de verdad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Flujo lista → detalle → volver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Incluye estados y microinteracciones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Es más que una imagen estática: es una experiencia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TU MARCA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Identidad visual como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Nombre, paleta de color, tipografía y tono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Colores en hexadecimal: #6D2E46, no "vino"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Consistencia en toda la app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Contraste accesible: tu criterio de diseño marca la diferencia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CAMBIOS PRECISOS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Modo de anotación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Haz clic sobre el elemento en la vista previa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Describe el ajuste justo ahí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Más preciso que describirlo solo con palabras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Ideal para pulir detalles visuales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VOCABULARIO DE DISEÑO, NO PROGRAMACIÓN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Dónde viven los colores y estilos (PWA)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La pestaña Code muestra los archivos que generó la IA; no hay que escribirlos, solo saber leerlos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Los colores suelen vivir juntos (config de estilos): ahí cambias la paleta de toda la app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La tipografía y los tamaños se definen una vez y se reutilizan: consistencia por diseño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Puedes ajustar a mano un valor (por ejemplo un hexadecimal) y ver el cambio en la vista previa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Aun así, lo normal es pedir el cambio por prompt; editar a mano es solo para retoques finos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DEMO DEL DOCENTE ·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Adopta un Peludo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112" y="2148840"/>
            <a:ext cx="6583680" cy="566928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0432" y="2240280"/>
            <a:ext cx="6035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6D2E46"/>
                </a:solidFill>
                <a:latin typeface="Calibri"/>
              </a:rPr>
              <a:t>El docente la construye en vivo — no es tu entrega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71800"/>
            <a:ext cx="6583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Mascotas en adopción, con su ficha de detalle (PWA)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Ilustra el flujo lista → detalle → volver y una identidad visual propia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El docente la construye y la pule en vivo con el modo de anotación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257800"/>
            <a:ext cx="6583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45B"/>
                </a:solidFill>
                <a:latin typeface="Calibri"/>
              </a:rPr>
              <a:t>Ilustra el concepto del día con una app distinta. Tu laboratorio sigue en la app insignia y en tu propia idea.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202083"/>
            <a:ext cx="3749040" cy="209975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emo-adop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247803"/>
            <a:ext cx="3657600" cy="20083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D2E46"/>
                </a:solidFill>
                <a:latin typeface="Calibri"/>
              </a:rPr>
              <a:t>Captura real de la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LISTA → DETALLE → VOLVER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La navegación de un prototipo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2274570" cy="128016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Lista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tarjetas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239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0045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00450" y="3017520"/>
            <a:ext cx="2274570" cy="128016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3761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Tocar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una tarjeta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2988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794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77940" y="3017520"/>
            <a:ext cx="2274570" cy="128016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510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Detalle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info completa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0737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5543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55430" y="3017520"/>
            <a:ext cx="2274570" cy="128016"/>
          </a:xfrm>
          <a:prstGeom prst="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259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Volver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a la lista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9496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Este mismo patrón lo usarás en casi todas las apps: una pantalla que muestra muchos elementos y otra que muestra uno a fondo.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LO QUE AGREGAMOS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Lista y detalle en Ruta del Café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801" y="1956816"/>
            <a:ext cx="1989990" cy="4178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uta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665" y="2011680"/>
            <a:ext cx="1880262" cy="4069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89705" y="6208776"/>
            <a:ext cx="35261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D2E46"/>
                </a:solidFill>
                <a:latin typeface="Calibri"/>
              </a:rPr>
              <a:t>Lista con filtro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43903" y="1956816"/>
            <a:ext cx="1989990" cy="4178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uta-detal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7" y="2011680"/>
            <a:ext cx="1880262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75807" y="6208776"/>
            <a:ext cx="35261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D2E46"/>
                </a:solidFill>
                <a:latin typeface="Calibri"/>
              </a:rPr>
              <a:t>Vista de detalle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201168" cy="5577840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960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84B31"/>
                </a:solidFill>
                <a:latin typeface="Calibri"/>
              </a:rPr>
              <a:t>LABORATORIO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4630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6D2E46"/>
                </a:solidFill>
                <a:latin typeface="Calibri"/>
              </a:rPr>
              <a:t>Laboratorio 2 — Prototipo navegable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9875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Guarda un checkpoint antes de refinar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Agrega el filtro por categoría (con "Todas")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Agrega la vista de detalle con botón "Volver"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Aplica tu propia identidad visual (Tarea 2)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Pule un detalle con el modo de anotación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6D2E46"/>
                </a:solidFill>
                <a:latin typeface="Calibri"/>
              </a:rPr>
              <a:t>Lo que nos llevamos y la tarea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257800" cy="4160520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4F772D"/>
                </a:solidFill>
                <a:latin typeface="Calibri"/>
              </a:rPr>
              <a:t>En resumen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Un prototipo navegable se puede tocar de verdad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La identidad visual es un sistema, no un color suelto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Imágenes: Nano Banana en el playground; anotación para precisión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120640" cy="4160520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84B31"/>
                </a:solidFill>
                <a:latin typeface="Calibri"/>
              </a:rPr>
              <a:t>Para la próxima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260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Tarea 2: define la identidad visual de tu app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Laboratorio 2: prototipo navegable con identidad propia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Reúne referencias de paletas y tipografías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571</Words>
  <Application>Microsoft Macintosh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Adrián Catalán</cp:lastModifiedBy>
  <cp:revision>2</cp:revision>
  <dcterms:created xsi:type="dcterms:W3CDTF">2013-01-27T09:14:16Z</dcterms:created>
  <dcterms:modified xsi:type="dcterms:W3CDTF">2026-07-13T18:41:03Z</dcterms:modified>
  <cp:category/>
</cp:coreProperties>
</file>