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De idea a interfaz y prototipo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7C70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Repaso de la sesión 1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Prototipos navegables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Identidad visual como sistema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AI Chips y Nano Banana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Modo de anotación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Laboratorio 2 y tarea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CONCEPTO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Del mockup al prototipo navegable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Un prototipo se puede tocar: pantallas conectadas de verdad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Flujo lista → detalle → volver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Incluye estados y microinteracciones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 más que una imagen estática: es una experiencia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TU MARCA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Identidad visual como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Nombre, paleta de color, tipografía y tono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Colores en hexadecimal: #6D2E46, no "vino"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Consistencia en toda la app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Contraste accesible: tu criterio de diseño marca la diferencia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HERRAMIENTAS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AI Chips: servicios de Google sin configuración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Se agregan dentro de AI Studio sin instalar nada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Nano Banana: generar y editar imágenes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Útil para portadas, banners e ilustraciones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Las imágenes pueden alimentar el campo imagenUrl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CAMBIOS PRECISOS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Modo de anotación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Haz clic sobre el elemento en la vista previa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Describe el ajuste justo ahí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Más preciso que describirlo solo con palabras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Ideal para pulir detalles visuales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LISTA → DETALLE → VOLVER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La navegación de un prototipo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227457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Lista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tarjetas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239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045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00450" y="3017520"/>
            <a:ext cx="227457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761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Tocar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una tarjeta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988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77940" y="3017520"/>
            <a:ext cx="227457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Detalle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info completa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737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5543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5430" y="3017520"/>
            <a:ext cx="2274570" cy="128016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59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Volver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a la lista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Este mismo patrón lo usarás en casi todas las apps: una pantalla que muestra muchos elementos y otra que muestra uno a fondo.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LO QUE AGREGAMOS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Lista y detalle en Ruta del Café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801" y="1956816"/>
            <a:ext cx="1989990" cy="4178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uta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665" y="2011680"/>
            <a:ext cx="1880262" cy="4069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89705" y="6208776"/>
            <a:ext cx="352618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Lista con filtro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3903" y="1956816"/>
            <a:ext cx="1989990" cy="4178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uta-detal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7" y="2011680"/>
            <a:ext cx="1880262" cy="4069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75807" y="6208776"/>
            <a:ext cx="352618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Vista de detalle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2 — Prototipo navegable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Guarda un checkpoint antes de refinar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el filtro por categoría (con "Todas")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la vista de detalle con botón "Volver"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Aplica tu propia identidad visual (Tarea 2)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Pule un detalle con el modo de anotación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Un prototipo navegable se puede tocar de verdad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 identidad visual es un sistema, no un color suelto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Nano Banana para imágenes; anotación para precisión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Tarea 2: define la identidad visual de tu app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2: prototipo navegable con identidad propia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Reúne referencias de paletas y tipografías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