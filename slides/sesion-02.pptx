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 idea a interfaz y prototipo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 la sesión 1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Prototipos navegables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Identidad visual como sistema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AI Chips y Nano Banana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Modo de anotación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2 y tarea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CONCEPTO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Del mockup al prototipo navegable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Un prototipo se puede tocar: pantallas conectadas de verdad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Flujo lista → detalle → volver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Incluye estados y microinteracciones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más que una imagen estática: es una experiencia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TU MARCA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Identidad visual como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Nombre, paleta de color, tipografía y tono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Colores en hexadecimal: #6D2E46, no "vino"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Consistencia en toda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Contraste accesible: tu criterio de diseño marca la diferencia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AI Chips: servicios de Google sin configuración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Se agregan dentro de AI Studio sin instalar nada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Nano Banana: generar y editar imágenes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Útil para portadas, banners e ilustraciones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Las imágenes pueden alimentar el campo imagenUrl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CAMBIOS PRECISOS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Modo de anotación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Haz clic sobre el elemento en la vista previa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Describe el ajuste justo ahí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Más preciso que describirlo solo con palabras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Ideal para pulir detalles visuales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VOCABULARIO DE DISEÑO, NO PROGRAMACIÓN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Dónde viven los colores y estilos (PWA)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pestaña Code muestra los archivos que generó la IA; no hay que escribirlos, solo saber leerlos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Los colores suelen vivir juntos (config de estilos): ahí cambias la paleta de toda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tipografía y los tamaños se definen una vez y se reutilizan: consistencia por diseño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Puedes ajustar a mano un valor (por ejemplo un hexadecimal) y ver el cambio en la vista previa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Aun así, lo normal es pedir el cambio por prompt; editar a mano es solo para retoques finos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DEMO DEL DOCENTE ·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Adopta un Peludo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148840"/>
            <a:ext cx="6583680" cy="566928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24028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D2E46"/>
                </a:solidFill>
                <a:latin typeface="Calibri"/>
              </a:rPr>
              <a:t>El docente la construye en vivo — no es tu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7180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Mascotas en adopción, con su ficha de detalle (PWA)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Ilustra el flujo lista → detalle → volver y una identidad visual propia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docente la construye y la pule en vivo con el modo de anotación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257800"/>
            <a:ext cx="6583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Ilustra el concepto del día con una app distinta. Tu laboratorio sigue en la app insignia y en tu propia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202083"/>
            <a:ext cx="3749040" cy="209975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mo-adop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247803"/>
            <a:ext cx="3657600" cy="20083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D2E46"/>
                </a:solidFill>
                <a:latin typeface="Calibri"/>
              </a:rPr>
              <a:t>Captura real de la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LISTA → DETALLE → VOLVER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La navegación de un prototipo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Lista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tarjetas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Tocar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una tarjeta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Detalle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info completa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Volver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a la lista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Este mismo patrón lo usarás en casi todas las apps: una pantalla que muestra muchos elementos y otra que muestra uno a fondo.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 QUE AGREGAMOS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Lista y detalle en Ruta del Café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801" y="1956816"/>
            <a:ext cx="1989990" cy="4178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ut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665" y="2011680"/>
            <a:ext cx="1880262" cy="4069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9705" y="6208776"/>
            <a:ext cx="352618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Lista con filtro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3903" y="1956816"/>
            <a:ext cx="1989990" cy="4178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uta-deta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7" y="2011680"/>
            <a:ext cx="1880262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75807" y="6208776"/>
            <a:ext cx="352618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Vista de detalle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2 — Prototipo navegable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Guarda un checkpoint antes de refinar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el filtro por categoría (con "Todas")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la vista de detalle con botón "Volver"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Aplica tu propia identidad visual (Tarea 2)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Pule un detalle con el modo de anotación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Un prototipo navegable se puede tocar de verdad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identidad visual es un sistema, no un color suelto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Nano Banana para imágenes; anotación para precisión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2: define la identidad visual de tu app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2: prototipo navegable con identidad propia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Reúne referencias de paletas y tipografías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