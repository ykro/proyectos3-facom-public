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Desarrollo nativo I: fundamentos con 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7C70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Repaso del Proyecto 1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PWA vs nativo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Anatomía de una app Android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App nativa en AI Studio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El flujo de la vista previa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Laboratorio 4 y tarea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EN TÉRMINOS DE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Anatomía de una app Android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Kotlin + Jetpack Compose es la tecnología que usa la IA; tú diriges con prompts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Material 3 es tu vocabulario de diseño: TopAppBar, cards, FAB, chips, sheets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Pantallas y navegación; recursos: íconos, colores, tipografías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necesitas el código: necesitas el criterio de diseño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MISMA HERRAMIENTA, DEL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App nativa en AI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Creas una app nueva y pides una app nativa de Android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La IA la construye en Kotlin + Jetpack Compose (Material 3)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Todo desde Chrome: no hay terminal, ni SDK, ni instalaciones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Modelo por defecto: Gemini 3.5 Flash (Pro para tareas complejas)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CÓMO LO PROBAMOS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El flujo de la vista previa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Emulador de Android integrado en el navegador: se actualiza solo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creas ni arrancas nada; la vista previa refresca sola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"Install on Device": instala en tu teléfono por USB (WebUSB)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Sin ADB ni SDK; solo modo de desarrollador + depuración USB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CUÁNDO CADA 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PWA vs app nativa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148840"/>
            <a:ext cx="507492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48840"/>
            <a:ext cx="5074920" cy="777240"/>
          </a:xfrm>
          <a:prstGeom prst="round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606040"/>
            <a:ext cx="5074920" cy="320040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258568"/>
            <a:ext cx="4526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PWA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154680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Vive en el navegador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Se instala desde una URL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Alcance y velocidad de publicación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Ideal para catálogos y contenido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Una base de código para todos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148840"/>
            <a:ext cx="5074920" cy="4206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2148840"/>
            <a:ext cx="5074920" cy="777240"/>
          </a:xfrm>
          <a:prstGeom prst="round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606040"/>
            <a:ext cx="5074920" cy="32004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258568"/>
            <a:ext cx="4526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Calibri"/>
              </a:rPr>
              <a:t>Nativa (Android)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54680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Se instala desde la tienda (Play Store)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Mejor acceso al teléfono: cámara, sensores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Presencia y descubrimiento en la tienda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Ideal para herramientas que capturan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2B2B2B"/>
                </a:solidFill>
                <a:latin typeface="Calibri"/>
              </a:rPr>
              <a:t>•  Rendimiento y experiencia más ricos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A DÓNDE LLEGAMOS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Bitácora Visual en el emulador del navegador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34856" y="1819655"/>
            <a:ext cx="2053369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2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itacora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874519"/>
            <a:ext cx="1943642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66760" y="6208775"/>
            <a:ext cx="3589561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6D2E46"/>
                </a:solidFill>
                <a:latin typeface="Calibri"/>
              </a:rPr>
              <a:t>Nativa, en el emulador del navegador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86000"/>
            <a:ext cx="7680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Es una app nativa (Kotlin + Compose), pero tú la diriges con prompts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El emulador del navegador la muestra al instante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Cuadrícula de entradas con la estética de tu marca</a:t>
            </a:r>
          </a:p>
          <a:p>
            <a:pPr>
              <a:spcAft>
                <a:spcPts val="1500"/>
              </a:spcAft>
            </a:pPr>
            <a:r>
              <a:rPr sz="2200">
                <a:solidFill>
                  <a:srgbClr val="2B2B2B"/>
                </a:solidFill>
                <a:latin typeface="Calibri"/>
              </a:rPr>
              <a:t>•  Con "Install on Device" la instalas en tu teléfono por USB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Laboratorio 4 — App nativa en el emulador del navegador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Crea una app nueva en AI Studio (modo Build)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Pide una app nativa de Android (Kotlin + Jetpack Compose) "Bitácora Visual"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Revisa la bitácora de ejemplo en el emulador integrado del navegador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Prueba "Install on Device" en tu teléfono por USB (opcional)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Refina la cuadrícula de entradas y revisa con View diff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Nativo conviene para cámara, tienda y rendimiento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 app nativa se construye en AI Studio, sin terminal ni SDK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 IA construye nativo (Kotlin + Compose) igual que la PWA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Tarea 4: investigación PWA vs nativo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Laboratorio 4: app nativa en el emulador del navegador con su cuadrícula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Examen Parcial en la próxima sesión: escrito en línea + entrega del Proyecto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