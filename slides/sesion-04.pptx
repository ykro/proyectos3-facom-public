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Desarrollo nativo I: fundamentos con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Repaso del Proyecto 1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PWA vs nativo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Anatomía de una app Android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App nativa en AI Studio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El flujo de la vista previa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Laboratorio 4 y tarea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EN TÉRMINOS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Anatomía de una app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Kotlin + Jetpack Compose es la tecnología que usa la IA; tú diriges con prompts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Material 3 es tu vocabulario de diseño: TopAppBar, cards, FAB, chips, sheets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Pantallas y navegación; recursos: íconos, colores, tipografías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necesitas el código: necesitas el criterio de diseño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MISMA HERRAMIENTA, DEL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App nativa en AI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Creas una app nueva y pides una app nativa de Android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IA la construye en Kotlin + Jetpack Compose (Material 3)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Todo desde Chrome: no hay terminal, ni SDK, ni instalaciones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Modelo por defecto: Gemini 3.5 Flash (Pro para tareas complejas)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CÓMO LO PROBAMOS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El flujo de la vista previa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Emulador de Android integrado en el navegador: se actualiza solo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creas ni arrancas nada; la vista previa refresca sola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"Install on Device": instala en tu teléfono por USB (WebUSB)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Sin ADB ni SDK; solo modo de desarrollador + depuración USB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VOCABULARIO DE DISEÑO, NO PROGRAMACIÓN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Estructura de una app Android y su tema (Material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El tema (theme) reúne colores, tipografías y formas: es el sistema visual de toda la app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El color scheme de Material 3 —primario, secundario, fondo, superficie— es donde va tu paleta de marca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Las pantallas (screens) y los componentes (Compose) se organizan en archivos separados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Los recursos —íconos, colores, textos— viven aparte para poder reutilizarse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Cambias el tema una vez y toda la app se ve consistente; lo diriges con prompts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Mi Estantería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Registro de libros leídos, app nativa de Android (Kotlin + Compose)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Ilustra Material 3 como vocabulario de diseño y el emulador del navegador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la genera en vivo y la prueba con "Install on Device"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34739" y="2057400"/>
            <a:ext cx="222436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estan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459" y="2103120"/>
            <a:ext cx="2132922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CUÁNDO CADA 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PWA vs app nativa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50749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5074920" cy="777240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606040"/>
            <a:ext cx="5074920" cy="320040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5856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Vive en el navegador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Se instala desde una URL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Alcance y velocidad de publicación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Ideal para catálogos y contenido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Una base de código para todos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0749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074920" cy="777240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606040"/>
            <a:ext cx="5074920" cy="3200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5856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Nativa (Android)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Se instala desde la tienda (Play Store)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Mejor acceso al teléfono: cámara, sensores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Presencia y descubrimiento en la tienda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Ideal para herramientas que capturan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Rendimiento y experiencia más ricos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A DÓNDE LLEGAMOS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Bitácora Visual en el emulador del navegador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4856" y="1819655"/>
            <a:ext cx="2053369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tacora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874519"/>
            <a:ext cx="194364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6208775"/>
            <a:ext cx="35895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Nativa, en el emulador del 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Es una app nativa (Kotlin + Compose), pero tú la diriges con prompts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emulador del navegador la muestra al instante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Cuadrícula de entradas con la estética de tu marca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Con "Install on Device" la instalas en tu teléfono por USB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4 — App nativa en el emulador del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Crea una app nueva en AI Studio (modo Build)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Pide una app nativa de Android (Kotlin + Jetpack Compose) "Bitácora Visual"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Revisa la bitácora de ejemplo en el emulador integrado del navegador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Prueba "Install on Device" en tu teléfono por USB (opcional)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Refina la cuadrícula de entradas y revisa con View diff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Nativo conviene para cámara, tienda y rendimiento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 app nativa se construye en AI Studio, sin terminal ni SDK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 IA construye nativo (Kotlin + Compose) igual que la PWA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Tarea 4: investigación PWA vs nativo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4: app nativa en el emulador del navegador con su cuadrícula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Examen Parcial en la próxima sesión: escrito en línea + entrega del Proyecto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