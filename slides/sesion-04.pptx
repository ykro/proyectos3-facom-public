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I: fundamentos con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del Proyecto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PWA vs nativo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una app Android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App nativa en AI Studio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flujo de la vista previa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4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TÉRMINOS DE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una app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Kotlin + Jetpack Compose es la tecnología que usa la IA; tú diriges con prompts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Material 3 es tu vocabulario de diseño: TopAppBar, cards, FAB, chips, sheets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Pantallas y navegación; recursos: íconos, colores, tipografías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necesitas el código: necesitas el criterio de diseño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MISMA HERRAMIENTA, DEL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App nativa en AI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Creas una app nueva y pides una app nativa de Android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IA la construye en Kotlin + Jetpack Compose (Material 3)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Todo desde Chrome: no hay terminal, ni SDK, ni instalaciones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Modelo por defecto: Gemini 3.5 Flash (Pro para tareas complejas)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LO PROBAMOS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El flujo de la vista previa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Emulador de Android integrado en el navegador: se actualiza solo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creas ni arrancas nada; la vista previa refresca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"Install on Device": instala en tu teléfono por USB (WebUSB)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Sin ADB ni SDK; solo modo de desarrollador + depuración USB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CUÁNDO CADA 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PWA vs app nativa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5074920" cy="777240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06040"/>
            <a:ext cx="5074920" cy="320040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Vive en el navegador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una URL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Alcance y velocidad de publicación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catálogos y contenido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Una base de código para todos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074920" cy="777240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074920" cy="320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Nativa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la tienda (Play Store)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Mejor acceso al teléfono: cámara, sensores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Presencia y descubrimiento en la tienda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herramientas que capturan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Rendimiento y experiencia más ricos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 en el emulador del navegador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Nativa, en el emulador del 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Es una app nativa (Kotlin + Compose), pero tú la diriges con prompts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emulador del navegador la muestra al instante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Cuadrícula de entradas con la estética de tu marca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Con "Install on Device" la instalas en tu teléfono por USB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4 — App nativa en el emulador del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una app nueva en AI Studio (modo Build)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Pide una app nativa de Android (Kotlin + Jetpack Compose) "Bitácora Visual"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 bitácora de ejemplo en el emulador integrado del navegador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Prueba "Install on Device" en tu teléfono por USB (opcional)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Refina la cuadrícula de entradas y revisa con View diff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Nativo conviene para cámara, tienda y rendimiento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app nativa se construye en AI Studio, sin terminal ni SDK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IA construye nativo (Kotlin + Compose) igual que la PWA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4: investigación PWA vs nativo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4: app nativa en el emulador del navegador con su cuadrícula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en la próxima sesión: defensa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