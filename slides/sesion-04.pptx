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0"/>
            <a:ext cx="109728" cy="6858000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23444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84B31"/>
                </a:solidFill>
                <a:latin typeface="Calibri"/>
              </a:rPr>
              <a:t>SESIÓN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106070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200" b="1">
                <a:solidFill>
                  <a:srgbClr val="6D2E46"/>
                </a:solidFill>
                <a:latin typeface="Calibri"/>
              </a:rPr>
              <a:t>Desarrollo nativo I: fundamentos con IA</a:t>
            </a:r>
          </a:p>
        </p:txBody>
      </p:sp>
      <p:sp>
        <p:nvSpPr>
          <p:cNvPr id="6" name="Rectangle 5"/>
          <p:cNvSpPr/>
          <p:nvPr/>
        </p:nvSpPr>
        <p:spPr>
          <a:xfrm>
            <a:off x="1024128" y="4343400"/>
            <a:ext cx="2194560" cy="82296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66344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2B2B2B"/>
                </a:solidFill>
                <a:latin typeface="Calibri"/>
              </a:rPr>
              <a:t>Proyectos III — Diseño de aplicaciones móviles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21208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F645B"/>
                </a:solidFill>
                <a:latin typeface="Calibri"/>
              </a:rPr>
              <a:t>Licenciatura en Comunicación y Diseño · Universidad Galileo · Docente: Adrián Catalán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SESIÓN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Repaso del Proyecto 1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PWA vs nativo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Anatomía de una app Android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App nativa en AI Studio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El flujo de la vista previa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Laboratorio 4 y tarea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EN TÉRMINOS DE DISEÑO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Anatomía de una app Android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Kotlin + Jetpack Compose es la tecnología que usa la IA; tú diriges con prompts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Material 3 es tu vocabulario de diseño: TopAppBar, cards, FAB, chips, sheets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Pantallas y navegación; recursos: íconos, colores, tipografías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No necesitas el código: necesitas el criterio de diseño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MISMA HERRAMIENTA, DEL NAVEGADOR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App nativa en AI Studio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Creas una app nueva y pides una app nativa de Android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La IA la construye en Kotlin + Jetpack Compose (Material 3)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Todo desde Chrome: no hay terminal, ni SDK, ni instalaciones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Modelo por defecto: Gemini 3.5 Flash (Pro para tareas complejas)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CÓMO LO PROBAMOS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El flujo de la vista previa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Emulador de Android integrado en el navegador: se actualiza solo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No creas ni arrancas nada; la vista previa refresca sola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"Install on Device": instala en tu teléfono por USB (WebUSB)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Sin ADB ni SDK; solo modo de desarrollador + depuración USB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VOCABULARIO DE DISEÑO, NO PROGRAMACIÓN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Estructura de una app Android y su tema (Material 3)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El tema (theme) reúne colores, tipografías y formas: es el sistema visual de toda la app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El color scheme de Material 3 —primario, secundario, fondo, superficie— es donde va tu paleta de marca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Las pantallas (screens) y los componentes (Compose) se organizan en archivos separados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Los recursos —íconos, colores, textos— viven aparte para poder reutilizarse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Cambias el tema una vez y toda la app se ve consistente; lo diriges con prompts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7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DEMO DEL DOCENTE · EN VIVO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Mi Estantería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6112" y="2148840"/>
            <a:ext cx="6583680" cy="566928"/>
          </a:xfrm>
          <a:prstGeom prst="roundRect">
            <a:avLst/>
          </a:prstGeom>
          <a:solidFill>
            <a:srgbClr val="F6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240280"/>
            <a:ext cx="6035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6D2E46"/>
                </a:solidFill>
                <a:latin typeface="Calibri"/>
              </a:rPr>
              <a:t>El docente la construye en vivo — no es tu entrega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971800"/>
            <a:ext cx="65836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Registro de libros leídos, app nativa de Android (Kotlin + Compose)</a:t>
            </a:r>
          </a:p>
          <a:p>
            <a:pPr>
              <a:spcAft>
                <a:spcPts val="14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Ilustra Material 3 como vocabulario de diseño y el emulador del navegador</a:t>
            </a:r>
          </a:p>
          <a:p>
            <a:pPr>
              <a:spcAft>
                <a:spcPts val="14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El docente la genera en vivo y la prueba con "Install on Device"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257800"/>
            <a:ext cx="6583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F645B"/>
                </a:solidFill>
                <a:latin typeface="Calibri"/>
              </a:rPr>
              <a:t>Ilustra el concepto del día con una app distinta. Tu laboratorio sigue en la app insignia y en tu propia idea.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34739" y="2057400"/>
            <a:ext cx="2224362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2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demo-estante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80459" y="2103120"/>
            <a:ext cx="2132922" cy="4297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1812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6D2E46"/>
                </a:solidFill>
                <a:latin typeface="Calibri"/>
              </a:rPr>
              <a:t>Captura real de la demo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CUÁNDO CADA UNA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PWA vs app nativa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148840"/>
            <a:ext cx="5074920" cy="4206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148840"/>
            <a:ext cx="5074920" cy="777240"/>
          </a:xfrm>
          <a:prstGeom prst="roundRect">
            <a:avLst/>
          </a:prstGeom>
          <a:solidFill>
            <a:srgbClr val="3A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2606040"/>
            <a:ext cx="5074920" cy="320040"/>
          </a:xfrm>
          <a:prstGeom prst="rect">
            <a:avLst/>
          </a:prstGeom>
          <a:solidFill>
            <a:srgbClr val="3A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258568"/>
            <a:ext cx="4526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PWA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154680"/>
            <a:ext cx="44348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>
                <a:solidFill>
                  <a:srgbClr val="2B2B2B"/>
                </a:solidFill>
                <a:latin typeface="Calibri"/>
              </a:rPr>
              <a:t>•  Vive en el navegador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2B2B2B"/>
                </a:solidFill>
                <a:latin typeface="Calibri"/>
              </a:rPr>
              <a:t>•  Se instala desde una URL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2B2B2B"/>
                </a:solidFill>
                <a:latin typeface="Calibri"/>
              </a:rPr>
              <a:t>•  Alcance y velocidad de publicación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2B2B2B"/>
                </a:solidFill>
                <a:latin typeface="Calibri"/>
              </a:rPr>
              <a:t>•  Ideal para catálogos y contenido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2B2B2B"/>
                </a:solidFill>
                <a:latin typeface="Calibri"/>
              </a:rPr>
              <a:t>•  Una base de código para todos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148840"/>
            <a:ext cx="5074920" cy="4206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63640" y="2148840"/>
            <a:ext cx="5074920" cy="777240"/>
          </a:xfrm>
          <a:prstGeom prst="round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2606040"/>
            <a:ext cx="5074920" cy="320040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2258568"/>
            <a:ext cx="4526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Nativa (Android)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154680"/>
            <a:ext cx="44348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>
                <a:solidFill>
                  <a:srgbClr val="2B2B2B"/>
                </a:solidFill>
                <a:latin typeface="Calibri"/>
              </a:rPr>
              <a:t>•  Se instala desde la tienda (Play Store)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2B2B2B"/>
                </a:solidFill>
                <a:latin typeface="Calibri"/>
              </a:rPr>
              <a:t>•  Mejor acceso al teléfono: cámara, sensores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2B2B2B"/>
                </a:solidFill>
                <a:latin typeface="Calibri"/>
              </a:rPr>
              <a:t>•  Presencia y descubrimiento en la tienda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2B2B2B"/>
                </a:solidFill>
                <a:latin typeface="Calibri"/>
              </a:rPr>
              <a:t>•  Ideal para herramientas que capturan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2B2B2B"/>
                </a:solidFill>
                <a:latin typeface="Calibri"/>
              </a:rPr>
              <a:t>•  Rendimiento y experiencia más ricos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A DÓNDE LLEGAMOS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Bitácora Visual en el emulador del navegador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34856" y="1819655"/>
            <a:ext cx="2053369" cy="43159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2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itacora-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0" y="1874519"/>
            <a:ext cx="1943642" cy="4206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66760" y="6208775"/>
            <a:ext cx="358956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6D2E46"/>
                </a:solidFill>
                <a:latin typeface="Calibri"/>
              </a:rPr>
              <a:t>Nativa, en el emulador del navegador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286000"/>
            <a:ext cx="7680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Es una app nativa (Kotlin + Compose), pero tú la diriges con prompts</a:t>
            </a:r>
          </a:p>
          <a:p>
            <a:pPr>
              <a:spcAft>
                <a:spcPts val="15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El emulador del navegador la muestra al instante</a:t>
            </a:r>
          </a:p>
          <a:p>
            <a:pPr>
              <a:spcAft>
                <a:spcPts val="15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Cuadrícula de entradas con la estética de tu marca</a:t>
            </a:r>
          </a:p>
          <a:p>
            <a:pPr>
              <a:spcAft>
                <a:spcPts val="15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Con "Install on Device" la instalas en tu teléfono por USB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640080"/>
            <a:ext cx="10908792" cy="5577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201168" cy="5577840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9601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C84B31"/>
                </a:solidFill>
                <a:latin typeface="Calibri"/>
              </a:rPr>
              <a:t>LABORATORIO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46304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6D2E46"/>
                </a:solidFill>
                <a:latin typeface="Calibri"/>
              </a:rPr>
              <a:t>Laboratorio 4 — App nativa en el emulador del navegador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06040"/>
            <a:ext cx="9875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Crea una app nueva en AI Studio (modo Build)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Pide una app nativa de Android (Kotlin + Jetpack Compose) "Bitácora Visual"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Revisa la bitácora de ejemplo en el emulador integrado del navegador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Prueba "Install on Device" en tu teléfono por USB (opcional)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Refina la cuadrícula de entradas y revisa con View diff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CIERRE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6D2E46"/>
                </a:solidFill>
                <a:latin typeface="Calibri"/>
              </a:rPr>
              <a:t>Lo que nos llevamos y la tarea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5257800" cy="4160520"/>
          </a:xfrm>
          <a:prstGeom prst="roundRect">
            <a:avLst/>
          </a:prstGeom>
          <a:solidFill>
            <a:srgbClr val="F6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4F772D"/>
                </a:solidFill>
                <a:latin typeface="Calibri"/>
              </a:rPr>
              <a:t>En resumen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926080"/>
            <a:ext cx="4754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Nativo conviene para cámara, tienda y rendimiento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La app nativa se construye en AI Studio, sin terminal ni SDK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La IA construye nativo (Kotlin + Compose) igual que la PWA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48840"/>
            <a:ext cx="5120640" cy="4160520"/>
          </a:xfrm>
          <a:prstGeom prst="roundRect">
            <a:avLst/>
          </a:prstGeom>
          <a:solidFill>
            <a:srgbClr val="F6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37744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C84B31"/>
                </a:solidFill>
                <a:latin typeface="Calibri"/>
              </a:rPr>
              <a:t>Para la próxima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926080"/>
            <a:ext cx="45720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Tarea 4: investigación PWA vs nativo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Laboratorio 4: app nativa en el emulador del navegador con su cuadrícula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Examen Parcial en la próxima sesión: escrito en línea + entrega del Proyecto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