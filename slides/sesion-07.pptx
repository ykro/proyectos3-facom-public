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III: pulido y capacidades del teléfono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6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Capacidades del teléfono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Cámara y permisos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Depurar con evidencia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Pulido de marca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6 y cierre del desarrollo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SOLO LO NATIVO DA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Capacidades del teléfono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Cámara, notificaciones, ubicación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la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la diferencia visible frente a una web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Mejora la experiencia y el valor del producto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UX DE CONFIANZA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Cámara y permisos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Las funciones sensibles requieren pedir permiso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Mensaje claro en español: para qué se usa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foto tomada se sube a Storage igual que las demás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 el usuario niega, deja disponible elegir desde la galería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Depurar con evidencia, no a ciegas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capturas de la vista previa del navegador (o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Modo de anotación: haz clic sobre el elemento y describe el ajuste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Le pasas esa evidencia a la IA para corregir con precisión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Apóyate también en View diff y la pestaña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 EJERCICIO A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Pulido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de app propio con tu color de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Splash screen al abrir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Color de marca consistente en barras y botones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Puedes generar el ícono con un AI Chip (Nano Banana)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RECORRIDO DE UNA FOTO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la cámara a la bitácora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Cámara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pide permiso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Foto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tomada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Storage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sube el archivo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Bitácora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aparece sola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En Firestore se guarda la dirección de la foto (imagenUrl); la imagen vive en Storage. La entrada nueva aparece en la cuadrícula sin recargar.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Capturar con la cámara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cap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Nueva entrada: foto + nota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cámara pide permiso con un mensaje claro en español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foto tomada encabeza la nueva entrada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Título y nota acompañan la imagen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Al guardar, sube a Storage y aparece en la bitácora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Ícono y splash con tu marca la vuelven un producto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6 — App nativa con cámara, pulida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"Tomar foto" con la cámara (con permiso)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la foto tomada sube a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Diagnostica con capturas de la vista previa y el modo de anotación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Pule el ícono y el splash con tu marca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Toma una captura final para tu portafolio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cámara requiere permiso con un mensaje claro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Depura con capturas de la vista previa y anotación, no a ciegas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Ícono y splash convierten el ejercicio en producto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6: app nativa pulida con una capacidad del teléfono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Reúne capturas y notas para tu portafolio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Demo Day (sesión 10): defensa del Proyecto Final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