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8A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Duolingo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un idioma, gratis, 5 minutos al día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un idioma es caro y casi nadie lo sostiene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demasiado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 y tutores cobran por hora; muchos no pueden pagarlo.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horarios fijos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no caben en la vida de quien trabaja o estudia.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abandona en semanas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nada que te haga volver mañana, la constancia se pierde.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FF7E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+1,000 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personas aprenden un idioma; la mayoría busca inglés para un mejor trabajo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lección cabe en cualquier momento del día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 3 minutos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cortos con corrección inmediata, en la fila o en el bus.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 diaria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si faltas un día; romperla duele y por eso vuelves.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semanal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Compites con otros 30 usuarios; subir de liga engancha.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FF7E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una lección completa, con corrección al instante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estudio convertido en juego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cortas, rachas diarias que duele romper y ligas semanales para competir.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de entrada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freemium: todo el contenido es gratis; se paga solo por quitar anuncios y extras.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58A7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constante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se prueba con experimentos A/B; lo que no mejora la retención se descarta.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constancia, resuelta con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FF7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la usan cada día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FF7E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 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suscriptores de pago, aunque es gratis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FF7E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8A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racha de más de un año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educación con mayores ingresos en App Store y Google Play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8A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nunca fue el idioma: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la constancia.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sigue: llevar el mismo método a más materias.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2026-08-19T18:24:48Z</dcterms:created>
  <dcterms:modified xsi:type="dcterms:W3CDTF">2026-08-19T18:24:48Z</dcterms:modified>
</cp:coreProperties>
</file>