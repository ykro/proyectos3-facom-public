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6E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le ganamos al tráfico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mapas conocen las calles, no el tráfico de ahora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A6E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7008" y="1618488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tráfico es impredecible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accidente o un cierre convierten 20 minutos en una hora.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0A6EA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7008" y="2551176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no lo sabe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mapas tradicionales no ven lo que pasa en la calle en este momento.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0A6EA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3483864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enteras tarde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descubre el congestionamiento cuando ya no puede salir.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0" y="178308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E8F4F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9659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→ 60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minutos: lo que un solo imprevisto le hace a un trayecto diario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tráfico de la ciudad, en vivo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A6E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7008" y="1618488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en tiempo real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calles en rojo lo dicen los conductores que van adelante.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0A6EA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7008" y="2551176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con un toque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Accidentes, cierres y peligros marcados en segundos.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0A6EA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3483864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Recálculo automático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 todos los que vienen atrás se ajusta al instante.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0" y="178308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E8F4F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9659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toque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para avisar a miles de conductores detrás de ti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conductor es un sensor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A6E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7008" y="1618488"/>
            <a:ext cx="7205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pasivos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app abierta, cada teléfono comparte velocidad y posición de forma anónima.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0A6EA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7008" y="2551176"/>
            <a:ext cx="7205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activos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marcan accidentes y cierres con un toque; el mapa se corrige solo.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0A6EA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3483864"/>
            <a:ext cx="7205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red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primeros mapas colaborativos eran imprecisos; con más conductores, el mapa superó a los profesionales.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mapa más actual, hecho por su comunidad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E8F4F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+140 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conductores activos al 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E8F4FB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9659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20440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donde funciona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E8F4F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659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enviados cada 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Adquirida por Google en 2013 por más de mil millones de dólares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6E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mapa del tráfico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dibuja: se conduce.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sigue: alertas más tempranas con los mismos datos de la comunidad.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2026-08-19T18:24:48Z</dcterms:created>
  <dcterms:modified xsi:type="dcterms:W3CDTF">2026-08-19T18:24:48Z</dcterms:modified>
</cp:coreProperties>
</file>